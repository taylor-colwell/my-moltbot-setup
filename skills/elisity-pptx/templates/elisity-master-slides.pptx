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5"/>
  </p:sldMasterIdLst>
  <p:notesMasterIdLst>
    <p:notesMasterId r:id="rId9"/>
  </p:notesMasterIdLst>
  <p:handoutMasterIdLst>
    <p:handoutMasterId r:id="rId10"/>
  </p:handoutMasterIdLst>
  <p:sldIdLst>
    <p:sldId id="384" r:id="rId6"/>
    <p:sldId id="385" r:id="rId7"/>
    <p:sldId id="386" r:id="rId8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rk Version" id="{D5E2E3B5-D059-B443-BE98-0070E4755CAF}">
          <p14:sldIdLst>
            <p14:sldId id="384"/>
            <p14:sldId id="385"/>
            <p14:sldId id="3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A8AE"/>
    <a:srgbClr val="053241"/>
    <a:srgbClr val="0B6280"/>
    <a:srgbClr val="1F92DA"/>
    <a:srgbClr val="1E9BD9"/>
    <a:srgbClr val="45ECCE"/>
    <a:srgbClr val="A3F292"/>
    <a:srgbClr val="13D4F4"/>
    <a:srgbClr val="1F9EE1"/>
    <a:srgbClr val="03F1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4610"/>
  </p:normalViewPr>
  <p:slideViewPr>
    <p:cSldViewPr snapToGrid="0">
      <p:cViewPr varScale="1">
        <p:scale>
          <a:sx n="111" d="100"/>
          <a:sy n="111" d="100"/>
        </p:scale>
        <p:origin x="480" y="200"/>
      </p:cViewPr>
      <p:guideLst>
        <p:guide orient="horz" pos="2136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9" d="100"/>
        <a:sy n="69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4320" y="17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0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0539B1-87CF-9648-6814-9E86E4397F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24050-E03E-0C78-652E-63BD950161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F4CD86-F148-D349-8BFF-C518765B89E8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1EB0D-62B9-962D-7651-1635F14D439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61C88-42EB-E0BD-AE46-74A801A6B0B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A20F3D-B4A3-A94C-962B-FD756822F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7901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3BAE5-13C9-C247-8669-E1573D0D294C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4A1EF-5ECC-714B-90E5-32279D3EE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8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PowerPoint is a finicky pickle – sometimes oddities occur ESPECIALLY SO if you copy an </a:t>
            </a:r>
            <a:r>
              <a:rPr lang="en-US" b="1" dirty="0"/>
              <a:t>entire slide</a:t>
            </a:r>
            <a:r>
              <a:rPr lang="en-US" dirty="0"/>
              <a:t> (rather than just content) from a previous deck, or open on browser mode, amongst other things. Please review the above.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4A1EF-5ECC-714B-90E5-32279D3EE8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90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2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9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Headlin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E3A9B33-BADE-F7EF-7A03-3B260F336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76628B3-4AFA-8018-3E19-D507AEE67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D9FE36D7-24E3-6858-A307-41B99B9208A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1849668"/>
            <a:ext cx="11101161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58CF0F35-D091-1334-E34A-C3A96F13D6D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4AC1A-C460-6CD5-310E-6874A0922DE3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FC3EB27-2D16-7420-0B2D-41FB04C159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B0F3F05-24D2-6C2B-11B4-5C7A7BA6BE88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55042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Headline+Tex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4E97D-B103-0C16-2EC8-01D44918D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4861ED4-87C0-77E9-DF34-054E870E7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2520EA17-6418-0D33-F7E3-AA3250DAD97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1849668"/>
            <a:ext cx="11101161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DB861B68-8440-E2E3-6FEE-D7C4CCE7D54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69FF55-79F4-DC3D-C8B0-80C42988A0D2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A0FE193-6213-8CB8-CF42-F26353251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9C686-4861-C8E4-22A7-B6661AC784D5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07102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itle+Two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D66BB4-3E5A-03BD-4C26-CF4DF97ED1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ABC0B8C1-DDF8-A01C-7A0A-292B22ABD85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04744B-AA3A-B424-DD07-F451300AC94E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C613067-ECEA-D2D4-48EA-993919F7B97F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6429748" y="1849668"/>
            <a:ext cx="4857324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880794-9FDB-F3F9-1188-4B22F44C19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9B852EA-B514-2762-CEDB-13190E50501C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724965" y="1849668"/>
            <a:ext cx="5094740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5AC6DCBB-7B39-FE8E-7A1F-883486C611C3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870206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Half Page+TwoColumn w/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37C9472C-43E3-6171-93C5-A87A7DBC1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E0D7B6A6-6EFC-D01C-0808-31069C5AE9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7E2CB0-F700-1FDE-D6C9-01966E3A9B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5094740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3568CE56-AD6F-9CD8-EF10-44B2871210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5094740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3902E408-AD88-A54F-960A-159B18BB0E05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29748" y="1849668"/>
            <a:ext cx="509474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5A5FAB8C-AFB4-5501-39D5-F638AA381B8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24964" y="1849668"/>
            <a:ext cx="509474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32DDED0-E657-AD5A-73D4-0C3BCF13087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2384694"/>
            <a:ext cx="5094740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C3A2CE-BF17-E7DA-0F7F-B508C71361A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6429748" y="2390937"/>
            <a:ext cx="5094740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2010D-D8A3-058B-03CB-AD7C2B4854B8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C9017-1717-5742-B809-9EFC2EA2727C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614353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wo ColumnText + Highlight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5">
            <a:extLst>
              <a:ext uri="{FF2B5EF4-FFF2-40B4-BE49-F238E27FC236}">
                <a16:creationId xmlns:a16="http://schemas.microsoft.com/office/drawing/2014/main" id="{AB54F3DA-D3E3-EB47-442E-2AD942C5BDCC}"/>
              </a:ext>
            </a:extLst>
          </p:cNvPr>
          <p:cNvSpPr/>
          <p:nvPr userDrawn="1"/>
        </p:nvSpPr>
        <p:spPr>
          <a:xfrm rot="5400000">
            <a:off x="6570293" y="1053560"/>
            <a:ext cx="4564067" cy="5512662"/>
          </a:xfrm>
          <a:prstGeom prst="roundRect">
            <a:avLst>
              <a:gd name="adj" fmla="val 4345"/>
            </a:avLst>
          </a:prstGeom>
          <a:noFill/>
          <a:ln w="38100">
            <a:solidFill>
              <a:srgbClr val="54BAF2"/>
            </a:solidFill>
          </a:ln>
          <a:effectLst>
            <a:glow rad="41990">
              <a:schemeClr val="accent1">
                <a:alpha val="18667"/>
              </a:schemeClr>
            </a:glow>
            <a:outerShdw blurRad="25400" dist="12700" dir="2700000" algn="tl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A539760E-9EE0-69EC-65FC-4D7CD309CD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4964" y="6336660"/>
            <a:ext cx="1073475" cy="238550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FE06BB6A-4DF3-F398-9B8B-30553B7F5F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FEC53D-0294-2F03-7A02-743EFC43F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F3FCE980-A4B8-8C9D-9610-3511A0D82D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A7D753-27A3-5ED8-2515-1F6806F776D8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BF8C9B87-90E8-6A30-40F9-E875BC4422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CE604CE9-16C5-6509-A7C3-15523024CB8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29748" y="1849668"/>
            <a:ext cx="509474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2EF1C214-CD83-23A8-53DB-BFDB4C38977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724964" y="1849668"/>
            <a:ext cx="509474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9A99910-1C84-BADC-CB67-24213231823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2384694"/>
            <a:ext cx="5094740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5DDCB10-64FB-03CB-AD7F-228F3AA1D806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6429748" y="2390937"/>
            <a:ext cx="5094740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8A27224-D5F1-1028-2325-56F692C2EE57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90616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2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2A77CE6B-E2AE-E259-E941-F00FB9232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FC446516-000C-7340-95A2-9EC4D76AE44C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24964" y="1743448"/>
            <a:ext cx="4523930" cy="21654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A9D54B-E477-147C-D0C2-A7CC4B285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CBD77CB-ACFF-FCBF-1F7F-875415DBE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D9A2D-F54C-F3B5-5F96-86D4883DB06F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388F7495-0EFE-4D9C-4F4C-C4B2E6A3D2C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35172" y="4036309"/>
            <a:ext cx="4513722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3FE6AB2-B219-675A-4C55-A2C56D58758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14754" y="4421952"/>
            <a:ext cx="4534140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B6308156-4FD0-1321-1260-D6BDA34B8697}"/>
              </a:ext>
            </a:extLst>
          </p:cNvPr>
          <p:cNvSpPr>
            <a:spLocks noGrp="1"/>
          </p:cNvSpPr>
          <p:nvPr>
            <p:ph type="pic" sz="quarter" idx="83"/>
          </p:nvPr>
        </p:nvSpPr>
        <p:spPr>
          <a:xfrm>
            <a:off x="6429748" y="1743448"/>
            <a:ext cx="4523930" cy="21654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5C19F9F9-24E9-E4E7-4AA1-85300A1B09F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439956" y="4036309"/>
            <a:ext cx="4513722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20331084-76E0-C644-6299-3B3864AFC2E2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6419538" y="4421952"/>
            <a:ext cx="4534140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277F03AA-B6CD-6DB9-5775-E0EABDAF02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C452DA7-29DC-1220-C400-868C4B4D81B1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6101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3Column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2A77CE6B-E2AE-E259-E941-F00FB9232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FC446516-000C-7340-95A2-9EC4D76AE44C}"/>
              </a:ext>
            </a:extLst>
          </p:cNvPr>
          <p:cNvSpPr>
            <a:spLocks noGrp="1"/>
          </p:cNvSpPr>
          <p:nvPr>
            <p:ph type="pic" sz="quarter" idx="79"/>
          </p:nvPr>
        </p:nvSpPr>
        <p:spPr>
          <a:xfrm>
            <a:off x="724964" y="1743448"/>
            <a:ext cx="3243263" cy="21654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9482C968-039D-24C1-31BE-E82AE395E73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4405424" y="1743448"/>
            <a:ext cx="3243263" cy="21654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89856E8D-CE27-8E73-E45F-FB78F8D35F49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8085884" y="1743448"/>
            <a:ext cx="3243263" cy="21654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8A9D54B-E477-147C-D0C2-A7CC4B2856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CBD77CB-ACFF-FCBF-1F7F-875415DBE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2D9A2D-F54C-F3B5-5F96-86D4883DB06F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1DCAA09-8AB9-7F2A-6BC4-642516D0BB6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090754" y="4048602"/>
            <a:ext cx="3243263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2289015C-24F8-81E5-E429-7EBE2E79FA63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04704" y="4036309"/>
            <a:ext cx="323305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388F7495-0EFE-4D9C-4F4C-C4B2E6A3D2C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735172" y="4036309"/>
            <a:ext cx="323305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3B79BA7-653E-3FEF-6F27-D1CEC19855E1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4548729"/>
            <a:ext cx="3243263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667D5B9-6549-7A33-E972-B37FAA4C625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704" y="4548729"/>
            <a:ext cx="3233055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1E1233E3-421A-F10A-0A73-24884F0689F9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8090754" y="4561022"/>
            <a:ext cx="3243263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">
            <a:extLst>
              <a:ext uri="{FF2B5EF4-FFF2-40B4-BE49-F238E27FC236}">
                <a16:creationId xmlns:a16="http://schemas.microsoft.com/office/drawing/2014/main" id="{F9BE118F-EB45-CD3B-E93E-99533D9872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310300A0-10FC-6CF5-86E6-31797D41FC39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60047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itle+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7D8B167-7DCA-AC35-1969-A144C80B8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1CFA297-5D09-04AB-617B-5D78469B686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BEAC6D-1651-F051-C575-B622F9016882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264CC3A5-D58A-8D85-CDF1-168862993F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E43BD6-46CA-8313-BAD6-DEB6B5260807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60168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itle+Blank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A161E9-3331-A67E-4E36-B2496BBF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8A6CDFA-F482-794C-0351-C0F35B60AD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63F5C6-5DD6-3DC1-594C-D1885262C72B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5EBF8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4CB0D579-C29B-58FA-258F-5EF14E774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25BB5-4015-0FD0-F00A-8F384CE41280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49080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ext+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A161E9-3331-A67E-4E36-B2496BBF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8A6CDFA-F482-794C-0351-C0F35B60AD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4EB12A22-6CD9-8F1F-4EFB-DC43BFE05491}"/>
              </a:ext>
            </a:extLst>
          </p:cNvPr>
          <p:cNvSpPr>
            <a:spLocks noGrp="1"/>
          </p:cNvSpPr>
          <p:nvPr>
            <p:ph type="tbl" sz="quarter" idx="50"/>
          </p:nvPr>
        </p:nvSpPr>
        <p:spPr>
          <a:xfrm>
            <a:off x="4101353" y="1965520"/>
            <a:ext cx="7460410" cy="343021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C6E38FD-8A53-FC8F-60F2-68292084D5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1858153"/>
            <a:ext cx="3095245" cy="1607235"/>
          </a:xfr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0D3ABD-1A8A-3C50-863C-EFE78D1F7C09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1155383B-34E8-A621-D306-EB082DF983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C2332-830B-E29A-E163-8B9E77A38208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93048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DA161E9-3331-A67E-4E36-B2496BBF61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F8A6CDFA-F482-794C-0351-C0F35B60AD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4EB12A22-6CD9-8F1F-4EFB-DC43BFE05491}"/>
              </a:ext>
            </a:extLst>
          </p:cNvPr>
          <p:cNvSpPr>
            <a:spLocks noGrp="1"/>
          </p:cNvSpPr>
          <p:nvPr>
            <p:ph type="tbl" sz="quarter" idx="50"/>
          </p:nvPr>
        </p:nvSpPr>
        <p:spPr>
          <a:xfrm>
            <a:off x="939048" y="1965520"/>
            <a:ext cx="10622715" cy="343021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5AF7B5-5293-4E5E-16A4-CE8E126384A7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08E6909A-5737-03F5-B4E3-E3D4777CAA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C2CA8-C69E-6B12-5C4C-D7A2C76C33BF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668894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Four_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117B3E0D-1A88-EF13-786A-65E13436E8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39939" y="1658400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100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941F11CA-1B2D-8DDB-2EB2-66550CB754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964" y="1658400"/>
            <a:ext cx="2740284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16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2DAF4A5B-CC8B-C3D4-78F8-FD0FD5562CA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607377" y="1886558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38DC5C0F-FE0F-55D1-F844-B785E12BE7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4964" y="4038529"/>
            <a:ext cx="2740284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7x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C164BF5C-C6B7-CC3A-D833-EE735E3AA2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539939" y="4038529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34k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F67E3971-41CF-1AE6-27CA-BED0997FCB1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419555" y="1886558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D41D1B03-3C41-3868-423F-2146C16566C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606536" y="2163599"/>
            <a:ext cx="2046945" cy="796757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9F4ACC0A-063E-E225-0595-7C69C119A6B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20091" y="2167300"/>
            <a:ext cx="2046945" cy="79675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8CA423E-16C3-550E-9C03-712DC0396A2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574177" y="4285595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3B1D0C8D-40EE-AE6D-798B-8E3F38AB699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386355" y="4285595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E22A6C16-73E9-8AB7-44E3-3FE212DEFC7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573336" y="4562636"/>
            <a:ext cx="2046945" cy="79675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991B719B-C6FB-402C-ABBC-0C1E22AD608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86891" y="4566337"/>
            <a:ext cx="2046945" cy="796757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00F8CD-FC03-E3AD-2010-6739E44B600C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E002BF-D48D-213C-0403-B05F70772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3B28C04A-23A3-813C-F555-5FE8C9B0DD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2C40826-FE71-8176-0BC7-DC59A7ADEB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2996815-D32A-74A4-6943-21AA95341402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067777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hree_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B242BB1A-2146-8A87-E433-791B57D8031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8739" y="2178755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100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8A8BC715-9924-83E9-51C4-3E67935B422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02786" y="2178755"/>
            <a:ext cx="2740284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16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239CE8C9-6611-A0EB-8A5E-884A71F06BEF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785762" y="2178755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7x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1C08DFB-F0B2-38D9-9CB2-3B12DE8409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7A978712-DB45-E607-0850-C6109E2F49B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202786" y="3890498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E88DE06A-9B25-3A85-BD97-1AAD1139137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85226" y="3890498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037C549-299C-5E0E-93C6-3B62386E1EC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201945" y="4167539"/>
            <a:ext cx="2046945" cy="79675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EF5C1B3-9B67-8630-D114-B6ADD7C2C2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85762" y="4171240"/>
            <a:ext cx="2046945" cy="79675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BB33AB35-0C09-08AA-C100-FFA4DB7D992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367130" y="3886797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057D497-37BA-F96B-B4E4-CCB0545E63E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367666" y="4167539"/>
            <a:ext cx="2046945" cy="796757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1FB9919-47E8-8DCB-31CD-9541CF48E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D0DB1E-3CFE-DAB4-F720-F7646B73A979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5" name="Picture 1">
            <a:extLst>
              <a:ext uri="{FF2B5EF4-FFF2-40B4-BE49-F238E27FC236}">
                <a16:creationId xmlns:a16="http://schemas.microsoft.com/office/drawing/2014/main" id="{1A8D7D07-71D9-4EBE-EDA5-495AD31040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D770BB8E-BF44-A8EB-6896-D42547689AEE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495907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_Two_Statist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8A19689-010E-A24F-AE12-853714B63C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322E723A-2838-4C73-3C14-7C82803A95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68739" y="2178755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100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BBF2BC5-8703-53C8-365A-39780FB4C4F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785762" y="2178755"/>
            <a:ext cx="2740285" cy="1592744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 algn="l">
              <a:buNone/>
              <a:defRPr kumimoji="0" lang="en-US" sz="11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7x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37FB859C-2D2F-A6D5-CA17-54D2655ABC9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1858153"/>
            <a:ext cx="3603625" cy="1607235"/>
          </a:xfrm>
        </p:spPr>
        <p:txBody>
          <a:bodyPr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3B4BAF92-9C1D-3431-AE63-2E17B26059F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85226" y="3890498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478EE32-DE37-9CEA-2AD4-915B5B38B2B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85762" y="4171240"/>
            <a:ext cx="2046945" cy="796757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BBAC2503-3F01-86D3-D381-B2064D0510A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367130" y="3886797"/>
            <a:ext cx="2047481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Stat Metric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26FCC16-FE3B-8F50-8A2D-79C07C3B1D74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367666" y="4167539"/>
            <a:ext cx="2046945" cy="796757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8DDB3FE7-B57C-B02E-F642-5E7BBEE8C0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00186F-DCFA-05C0-D680-3E0774E27970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5512A7C5-80CF-7985-A797-B6594D1C0F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5DA8CE5-42A7-E4C6-F567-38AD01CD769A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218580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ext-3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6F5C1E11-0F04-E99E-4C0E-0CEB9DB84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577002-533A-B69F-16A2-2E18749AE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901D7E4F-49DD-59F9-B958-987ADC1F36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428408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FE51394C-C14C-D457-95BE-4C17EE11794A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04704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004078DA-E8B9-A7C6-02E3-AECBA839C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35172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F8A0154C-8B61-DD1C-4985-D0062C52122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3DBBAC-4C1D-DD21-3619-6664CDDD6C8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4404704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FD7718B-6321-3CC2-B9FF-AC8E220FE53C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428408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0417B743-E41C-40AD-55EF-8C02DA2C82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82A1E-A40D-3A7B-73D0-5D55E64307C4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DED1CF05-54C9-7B43-4D4D-E4E9A224F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289A58A-025E-6ACF-8812-E6DDEE48973C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764956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ext-3_Column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3FF53918-660A-ABA5-650D-18D3A8F691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D8D5CCD-D9E9-01C3-0A51-C444646CC1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2A141BF3-5510-774F-86E8-D8041BF0CC5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428408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E1EF7F3F-00F8-CEDE-B318-FEFFE55CDF9C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04704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96167727-7EE7-23EE-8350-4F112660EE15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35172" y="2261451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7A3E5C0-38C5-3C9B-1115-535D71404B9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6BA3145E-D043-E415-A535-884057DD28D2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4404704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BA42C8D-F658-863E-6255-728E30CBCCFF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428408" y="2773871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FFAC2431-067D-9778-6D52-26D45426C3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F5DE9B-92E7-CE66-AB3B-6E33122E495D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637255F4-8EB8-5E31-0B09-20B4A9BFE3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4CE8EC5-09A9-3A8F-9181-CFC37EBD3852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750318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3_Column_Text+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5AF6B0B0-98B9-2719-0D7B-07D84483B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1AEE84-732F-27BD-2266-DE1A31B1A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61A8070-D9EC-1C7F-F090-2E03F1316F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480" y="2128646"/>
            <a:ext cx="370752" cy="370752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AEB262FD-A37E-7325-E3E6-B1F522D6A2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4496" y="2128646"/>
            <a:ext cx="370752" cy="370752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A46730D4-596B-1A9C-983E-56E5DFF5C5D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18200" y="2128646"/>
            <a:ext cx="370752" cy="370752"/>
          </a:xfrm>
          <a:prstGeom prst="rect">
            <a:avLst/>
          </a:prstGeom>
        </p:spPr>
      </p:pic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71FA50AA-2779-33F4-A780-7A4010DF840E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428408" y="2673753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39AED68B-7A8C-2CFF-247D-424AD828180F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404704" y="2673753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71B7CEE1-1D86-BFEF-B6F6-737D15BE1EE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735172" y="2673753"/>
            <a:ext cx="3143945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6B8DF78A-1A22-CCCC-4DE2-85E2B73A533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3165186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999D4D6-4A85-5DB3-DE95-6457D1AF4341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4404704" y="3165186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E329262-ECBC-C390-B99E-6265E3E422EE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428408" y="3165186"/>
            <a:ext cx="3154153" cy="1607235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1D546E64-5A8A-6F26-2300-5E666DD5EE1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E95AD5-381F-F278-1892-14F43BAF0A8C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51BBA07B-AF2A-1499-5803-317E1BC294F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-10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79D50F85-CE22-079C-D2C6-C4046DC8EF41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710985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eam_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ounded Rectangle 24">
            <a:extLst>
              <a:ext uri="{FF2B5EF4-FFF2-40B4-BE49-F238E27FC236}">
                <a16:creationId xmlns:a16="http://schemas.microsoft.com/office/drawing/2014/main" id="{F898631C-8535-27FA-1E4C-B7B358A1E25D}"/>
              </a:ext>
            </a:extLst>
          </p:cNvPr>
          <p:cNvSpPr/>
          <p:nvPr userDrawn="1"/>
        </p:nvSpPr>
        <p:spPr>
          <a:xfrm>
            <a:off x="4771990" y="2038377"/>
            <a:ext cx="3060181" cy="3622876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ounded Rectangle 24">
            <a:extLst>
              <a:ext uri="{FF2B5EF4-FFF2-40B4-BE49-F238E27FC236}">
                <a16:creationId xmlns:a16="http://schemas.microsoft.com/office/drawing/2014/main" id="{990B8753-5EE0-5389-3767-7F8100784287}"/>
              </a:ext>
            </a:extLst>
          </p:cNvPr>
          <p:cNvSpPr/>
          <p:nvPr userDrawn="1"/>
        </p:nvSpPr>
        <p:spPr>
          <a:xfrm>
            <a:off x="8122719" y="2038377"/>
            <a:ext cx="3060181" cy="3622876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Rounded Rectangle 24">
            <a:extLst>
              <a:ext uri="{FF2B5EF4-FFF2-40B4-BE49-F238E27FC236}">
                <a16:creationId xmlns:a16="http://schemas.microsoft.com/office/drawing/2014/main" id="{4224BC3A-5E83-817F-6A85-E4309E3166CB}"/>
              </a:ext>
            </a:extLst>
          </p:cNvPr>
          <p:cNvSpPr/>
          <p:nvPr userDrawn="1"/>
        </p:nvSpPr>
        <p:spPr>
          <a:xfrm>
            <a:off x="1421261" y="2038377"/>
            <a:ext cx="3060181" cy="3622876"/>
          </a:xfrm>
          <a:prstGeom prst="roundRect">
            <a:avLst>
              <a:gd name="adj" fmla="val 6079"/>
            </a:avLst>
          </a:prstGeom>
          <a:solidFill>
            <a:schemeClr val="bg1"/>
          </a:solidFill>
          <a:ln>
            <a:noFill/>
          </a:ln>
          <a:effectLst>
            <a:outerShdw blurRad="190500" dist="50800" dir="5400000" algn="tl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791C5B2-FD50-35FC-5A39-E8B77CE1E4C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50363" y="2263893"/>
            <a:ext cx="2574046" cy="2171069"/>
          </a:xfrm>
          <a:prstGeom prst="roundRect">
            <a:avLst>
              <a:gd name="adj" fmla="val 317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4D15CB32-4CA7-FA18-3C0F-743674D528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11725" y="2263893"/>
            <a:ext cx="2574046" cy="2171069"/>
          </a:xfrm>
          <a:prstGeom prst="roundRect">
            <a:avLst>
              <a:gd name="adj" fmla="val 317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3CD016D-9E57-E4BD-C4B7-2CD618DB8B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62454" y="2263893"/>
            <a:ext cx="2574046" cy="2171069"/>
          </a:xfrm>
          <a:prstGeom prst="roundRect">
            <a:avLst>
              <a:gd name="adj" fmla="val 3175"/>
            </a:avLst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Text Placeholder 20">
            <a:extLst>
              <a:ext uri="{FF2B5EF4-FFF2-40B4-BE49-F238E27FC236}">
                <a16:creationId xmlns:a16="http://schemas.microsoft.com/office/drawing/2014/main" id="{A19F0BFD-3B4B-6EF2-8F5F-952BFE775FE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650" y="4651051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First Last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7B4EE8D-2E46-D053-5681-A3B96AA401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61650" y="4905575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</a:t>
            </a:r>
          </a:p>
        </p:txBody>
      </p:sp>
      <p:sp>
        <p:nvSpPr>
          <p:cNvPr id="14" name="Text Placeholder 20">
            <a:extLst>
              <a:ext uri="{FF2B5EF4-FFF2-40B4-BE49-F238E27FC236}">
                <a16:creationId xmlns:a16="http://schemas.microsoft.com/office/drawing/2014/main" id="{D3613542-4B46-4B3D-AF3F-67792E03AD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15759" y="4651051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First Last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88CA8B05-1104-A5C8-CB29-5A2F292743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15759" y="4905575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C45E1F0E-086F-CEB2-47C5-F37214ED35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66488" y="4651051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First Last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4A4ECE8A-610A-1533-F890-6C8E167CA3F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366488" y="4905575"/>
            <a:ext cx="2570012" cy="2385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5E50621-1245-92A1-B925-72A237A81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37BADEA4-71CE-8873-536A-15D563755B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E7DDAB-2894-30D9-2BE4-06F5E2A0E843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9" name="Picture 1">
            <a:extLst>
              <a:ext uri="{FF2B5EF4-FFF2-40B4-BE49-F238E27FC236}">
                <a16:creationId xmlns:a16="http://schemas.microsoft.com/office/drawing/2014/main" id="{BFACB9E9-86CB-DCB8-5BF3-FA61B8187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6C236DF-B122-40F9-F5B2-DD5AAAF3D428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4050375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eam_6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58D3B340-FE61-859A-91F9-ED0ED2D937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4964" y="3179497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 dirty="0"/>
              <a:t>First Last</a:t>
            </a:r>
            <a:endParaRPr lang="en-US" dirty="0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9A4783F8-2694-FEC7-3987-14E21D5544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964" y="3550844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2AE90A2D-B0CD-12D4-8284-94ED23D7AB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137721" y="1653694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0D99876D-C125-7293-1D3D-E5F7B37402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24964" y="5856834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/>
              <a:t>First Last</a:t>
            </a:r>
            <a:endParaRPr lang="en-US"/>
          </a:p>
        </p:txBody>
      </p:sp>
      <p:sp>
        <p:nvSpPr>
          <p:cNvPr id="12" name="Text Placeholder 39">
            <a:extLst>
              <a:ext uri="{FF2B5EF4-FFF2-40B4-BE49-F238E27FC236}">
                <a16:creationId xmlns:a16="http://schemas.microsoft.com/office/drawing/2014/main" id="{F05D56C8-1305-D55D-5F74-CC3722A98BB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964" y="6228181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9555FFF-9B68-F269-4340-F127C1D187AD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137721" y="4331031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39">
            <a:extLst>
              <a:ext uri="{FF2B5EF4-FFF2-40B4-BE49-F238E27FC236}">
                <a16:creationId xmlns:a16="http://schemas.microsoft.com/office/drawing/2014/main" id="{8B164FCF-41C0-A787-974D-97960702822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67170" y="3179497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/>
              <a:t>First Last</a:t>
            </a:r>
            <a:endParaRPr lang="en-US"/>
          </a:p>
        </p:txBody>
      </p:sp>
      <p:sp>
        <p:nvSpPr>
          <p:cNvPr id="15" name="Text Placeholder 39">
            <a:extLst>
              <a:ext uri="{FF2B5EF4-FFF2-40B4-BE49-F238E27FC236}">
                <a16:creationId xmlns:a16="http://schemas.microsoft.com/office/drawing/2014/main" id="{2A963EFD-4811-F23A-72DC-B17189DF85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367170" y="3550844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74BF800B-CEDC-F2F6-4027-2A46AC3DC37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779927" y="1653694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978DA62E-291C-3B54-2ECE-99B4AA3336B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367170" y="5856834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/>
              <a:t>First Last</a:t>
            </a:r>
            <a:endParaRPr lang="en-US"/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C948AC86-0F8B-F5F6-A111-0D0F80F299D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367170" y="6228181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EF4564F9-757B-9E45-B278-997FDA614BD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5779927" y="4331031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Text Placeholder 39">
            <a:extLst>
              <a:ext uri="{FF2B5EF4-FFF2-40B4-BE49-F238E27FC236}">
                <a16:creationId xmlns:a16="http://schemas.microsoft.com/office/drawing/2014/main" id="{614E7FD3-1FF6-26DC-5468-60B29538724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050690" y="3179497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/>
              <a:t>First Last</a:t>
            </a:r>
            <a:endParaRPr lang="en-US"/>
          </a:p>
        </p:txBody>
      </p:sp>
      <p:sp>
        <p:nvSpPr>
          <p:cNvPr id="21" name="Text Placeholder 39">
            <a:extLst>
              <a:ext uri="{FF2B5EF4-FFF2-40B4-BE49-F238E27FC236}">
                <a16:creationId xmlns:a16="http://schemas.microsoft.com/office/drawing/2014/main" id="{6283DD74-3E3C-2C00-4A9B-F49B564FA78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050690" y="3550844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252014EA-8789-E92E-3F52-6655DFF91F86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63447" y="1653694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Text Placeholder 39">
            <a:extLst>
              <a:ext uri="{FF2B5EF4-FFF2-40B4-BE49-F238E27FC236}">
                <a16:creationId xmlns:a16="http://schemas.microsoft.com/office/drawing/2014/main" id="{6A870B35-785A-6624-614F-990EC0EEF87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050690" y="5856834"/>
            <a:ext cx="2202557" cy="32367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 b="1"/>
              <a:t>First Last</a:t>
            </a:r>
            <a:endParaRPr lang="en-US"/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5DD751DF-2750-EC3B-01C4-2BAC1918C0B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050690" y="6228181"/>
            <a:ext cx="2202557" cy="1661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marL="0" indent="0" algn="ctr">
              <a:buNone/>
              <a:defRPr kumimoji="0" lang="en-US" sz="1200" b="0" i="0" u="none" strike="noStrike" kern="1200" cap="none" spc="0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" panose="020B0604020202020204" pitchFamily="34" charset="0"/>
                <a:ea typeface="Open Sans" panose="020B0606030504020204" pitchFamily="34" charset="0"/>
                <a:cs typeface="Poppins SemiBold" panose="00000700000000000000" pitchFamily="50" charset="0"/>
              </a:defRPr>
            </a:lvl1pPr>
          </a:lstStyle>
          <a:p>
            <a:pPr lvl="0"/>
            <a:r>
              <a:rPr lang="en-US"/>
              <a:t>Job Title</a:t>
            </a:r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79048910-22ED-7215-6119-EF35C86A5C4B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3463447" y="4331031"/>
            <a:ext cx="1377042" cy="1377042"/>
          </a:xfrm>
          <a:custGeom>
            <a:avLst/>
            <a:gdLst>
              <a:gd name="connsiteX0" fmla="*/ 695326 w 1390652"/>
              <a:gd name="connsiteY0" fmla="*/ 0 h 1390652"/>
              <a:gd name="connsiteX1" fmla="*/ 1390652 w 1390652"/>
              <a:gd name="connsiteY1" fmla="*/ 695326 h 1390652"/>
              <a:gd name="connsiteX2" fmla="*/ 695326 w 1390652"/>
              <a:gd name="connsiteY2" fmla="*/ 1390652 h 1390652"/>
              <a:gd name="connsiteX3" fmla="*/ 0 w 1390652"/>
              <a:gd name="connsiteY3" fmla="*/ 695326 h 1390652"/>
              <a:gd name="connsiteX4" fmla="*/ 695326 w 1390652"/>
              <a:gd name="connsiteY4" fmla="*/ 0 h 1390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90652" h="1390652">
                <a:moveTo>
                  <a:pt x="695326" y="0"/>
                </a:moveTo>
                <a:cubicBezTo>
                  <a:pt x="1079344" y="0"/>
                  <a:pt x="1390652" y="311308"/>
                  <a:pt x="1390652" y="695326"/>
                </a:cubicBezTo>
                <a:cubicBezTo>
                  <a:pt x="1390652" y="1079344"/>
                  <a:pt x="1079344" y="1390652"/>
                  <a:pt x="695326" y="1390652"/>
                </a:cubicBezTo>
                <a:cubicBezTo>
                  <a:pt x="311308" y="1390652"/>
                  <a:pt x="0" y="1079344"/>
                  <a:pt x="0" y="695326"/>
                </a:cubicBezTo>
                <a:cubicBezTo>
                  <a:pt x="0" y="311308"/>
                  <a:pt x="311308" y="0"/>
                  <a:pt x="695326" y="0"/>
                </a:cubicBezTo>
                <a:close/>
              </a:path>
            </a:pathLst>
          </a:custGeom>
          <a:effectLst>
            <a:outerShdw blurRad="152400" dist="101600" dir="2700000" algn="tl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3B4EBE15-D119-D6D3-C16D-1A911C8175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C8AED834-1E28-DA81-5B68-441E73BDF0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AADA4-6CCE-A88C-932A-C322B472B954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9DA88C08-5F80-E250-2E37-5932C5CA87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CD449F3-0A02-14FF-26AC-2A886EAF5D8A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327235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E661-C7F9-FD59-87C9-DC9D36920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5469375"/>
            <a:ext cx="10452100" cy="387798"/>
          </a:xfrm>
        </p:spPr>
        <p:txBody>
          <a:bodyPr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subheading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58C22CD-CBE0-D5CB-C48C-CD9D1C52B82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 rot="5400000">
            <a:off x="8556630" y="63497"/>
            <a:ext cx="4286910" cy="3553507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A1E4B34E-E834-EE2C-54A9-F29751839DA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3431723"/>
            <a:ext cx="10452100" cy="193899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70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Cover Slide Title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D3B55115-ACF2-4E23-DE7E-3425A64E73A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4964" y="6313367"/>
            <a:ext cx="7830664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kumimoji="0" lang="en-US" sz="1000" b="0" i="0" u="none" strike="noStrike" kern="1200" cap="all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DATE, CLIENT NAME, ETC.</a:t>
            </a:r>
          </a:p>
        </p:txBody>
      </p:sp>
    </p:spTree>
    <p:extLst>
      <p:ext uri="{BB962C8B-B14F-4D97-AF65-F5344CB8AC3E}">
        <p14:creationId xmlns:p14="http://schemas.microsoft.com/office/powerpoint/2010/main" val="2030199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Cover Slide+Pres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8C22CD-CBE0-D5CB-C48C-CD9D1C52B82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 rot="5400000">
            <a:off x="8556630" y="63497"/>
            <a:ext cx="4286910" cy="3553507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94BEAD7-F883-C951-89F0-AE1DBBBC35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4964" y="6313367"/>
            <a:ext cx="7830664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kumimoji="0" lang="en-US" sz="1000" b="0" i="0" u="none" strike="noStrike" kern="1200" cap="all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DATE, CLIENT NAME, ETC.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4955C8-5290-92F7-F5CA-BCE5DF575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4740856"/>
            <a:ext cx="10431780" cy="38779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subheading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2E7FFA-C375-6AD3-8AE6-5A80B1B18B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2635589"/>
            <a:ext cx="10431780" cy="1938992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70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Cover Slide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5387EE3A-BE6C-F9BF-A922-96FA413E45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900" y="5263536"/>
            <a:ext cx="635499" cy="635499"/>
          </a:xfrm>
          <a:custGeom>
            <a:avLst/>
            <a:gdLst>
              <a:gd name="connsiteX0" fmla="*/ 1064274 w 2128548"/>
              <a:gd name="connsiteY0" fmla="*/ 0 h 2128548"/>
              <a:gd name="connsiteX1" fmla="*/ 2128548 w 2128548"/>
              <a:gd name="connsiteY1" fmla="*/ 1064274 h 2128548"/>
              <a:gd name="connsiteX2" fmla="*/ 1064274 w 2128548"/>
              <a:gd name="connsiteY2" fmla="*/ 2128548 h 2128548"/>
              <a:gd name="connsiteX3" fmla="*/ 0 w 2128548"/>
              <a:gd name="connsiteY3" fmla="*/ 1064274 h 2128548"/>
              <a:gd name="connsiteX4" fmla="*/ 1064274 w 2128548"/>
              <a:gd name="connsiteY4" fmla="*/ 0 h 212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8548" h="2128548">
                <a:moveTo>
                  <a:pt x="1064274" y="0"/>
                </a:moveTo>
                <a:cubicBezTo>
                  <a:pt x="1652056" y="0"/>
                  <a:pt x="2128548" y="476492"/>
                  <a:pt x="2128548" y="1064274"/>
                </a:cubicBezTo>
                <a:cubicBezTo>
                  <a:pt x="2128548" y="1652056"/>
                  <a:pt x="1652056" y="2128548"/>
                  <a:pt x="1064274" y="2128548"/>
                </a:cubicBezTo>
                <a:cubicBezTo>
                  <a:pt x="476492" y="2128548"/>
                  <a:pt x="0" y="1652056"/>
                  <a:pt x="0" y="1064274"/>
                </a:cubicBezTo>
                <a:cubicBezTo>
                  <a:pt x="0" y="476492"/>
                  <a:pt x="476492" y="0"/>
                  <a:pt x="10642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DB9FDE58-7125-83CE-00CF-A08AB157F2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69722" y="5341605"/>
            <a:ext cx="3651502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CA1EE54-7FAD-AE8A-922E-61654407EB9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69722" y="5606781"/>
            <a:ext cx="3651502" cy="1938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1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068481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Cover Slide +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8C22CD-CBE0-D5CB-C48C-CD9D1C52B82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 rot="5400000">
            <a:off x="8556630" y="63497"/>
            <a:ext cx="4286910" cy="3553507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8B4955C8-5290-92F7-F5CA-BCE5DF575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4740856"/>
            <a:ext cx="10452100" cy="775597"/>
          </a:xfrm>
        </p:spPr>
        <p:txBody>
          <a:bodyPr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Microsegmentation</a:t>
            </a:r>
            <a:r>
              <a:rPr lang="en-US"/>
              <a:t> in Weeks, Not Years.</a:t>
            </a:r>
            <a:br>
              <a:rPr lang="en-US"/>
            </a:br>
            <a:r>
              <a:rPr lang="en-US"/>
              <a:t>Simplify Network Segmentation with </a:t>
            </a:r>
            <a:r>
              <a:rPr lang="en-US" err="1"/>
              <a:t>Elisity</a:t>
            </a:r>
            <a:endParaRPr lang="en-US"/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2E7FFA-C375-6AD3-8AE6-5A80B1B18B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3051087"/>
            <a:ext cx="10452100" cy="15234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55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Network Segmentation’s Leap Forward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DB9FDE58-7125-83CE-00CF-A08AB157F2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900" y="5759294"/>
            <a:ext cx="3651502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Prepared for: GSK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9F60E39-88E4-55FB-7762-5D24DF080B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4964" y="6313367"/>
            <a:ext cx="7830664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kumimoji="0" lang="en-US" sz="1000" b="0" i="0" u="none" strike="noStrike" kern="1200" cap="all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DATE, CLIENT NAME, ETC.</a:t>
            </a:r>
          </a:p>
        </p:txBody>
      </p:sp>
    </p:spTree>
    <p:extLst>
      <p:ext uri="{BB962C8B-B14F-4D97-AF65-F5344CB8AC3E}">
        <p14:creationId xmlns:p14="http://schemas.microsoft.com/office/powerpoint/2010/main" val="27212374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2E7FFA-C375-6AD3-8AE6-5A80B1B18B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1561782"/>
            <a:ext cx="5372100" cy="6647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48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8C9AF9-762B-659F-2209-3AFFCAE7D92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16200000">
            <a:off x="381260" y="3010392"/>
            <a:ext cx="3341310" cy="27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70296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able of Contents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BFC5F5-AF6A-CD56-18B7-08D82CBA81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5400000">
            <a:off x="9809274" y="10775"/>
            <a:ext cx="2817807" cy="2335738"/>
          </a:xfrm>
          <a:prstGeom prst="rect">
            <a:avLst/>
          </a:prstGeom>
        </p:spPr>
      </p:pic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C45AF71A-1B20-3B64-BC03-CED2A6EA13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3983107"/>
            <a:ext cx="5372100" cy="22159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80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3754374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Cov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>
            <a:extLst>
              <a:ext uri="{FF2B5EF4-FFF2-40B4-BE49-F238E27FC236}">
                <a16:creationId xmlns:a16="http://schemas.microsoft.com/office/drawing/2014/main" id="{6DE40D72-BFC6-9139-251A-72BB6A6185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527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27F1D172-8C90-0A4A-7CB4-A2DEAAEC89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95949" y="572852"/>
            <a:ext cx="798893" cy="38779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r">
              <a:buNone/>
              <a:defRPr kumimoji="0" lang="en-US" sz="28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01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AAA117E3-BD75-5F94-122F-003FD85723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23901" y="572851"/>
            <a:ext cx="1745096" cy="387799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28CC2C-D873-0CFC-C638-253037D2247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3899" y="4346157"/>
            <a:ext cx="8787747" cy="243759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8800" b="1" i="0" u="none" strike="noStrike" kern="1200" cap="none" spc="0" normalizeH="0" baseline="0" dirty="0" smtClean="0">
                <a:ln>
                  <a:noFill/>
                </a:ln>
                <a:gradFill flip="none" rotWithShape="1">
                  <a:gsLst>
                    <a:gs pos="0">
                      <a:schemeClr val="accent4"/>
                    </a:gs>
                    <a:gs pos="52000">
                      <a:schemeClr val="accent3"/>
                    </a:gs>
                    <a:gs pos="100000">
                      <a:schemeClr val="accent5"/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Cover Slide Title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4DEB6780-B794-D61F-2B3E-4F6FF51BD0D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3899" y="1908567"/>
            <a:ext cx="8787746" cy="243759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kumimoji="0" lang="en-US" sz="88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subheading</a:t>
            </a:r>
          </a:p>
        </p:txBody>
      </p:sp>
    </p:spTree>
    <p:extLst>
      <p:ext uri="{BB962C8B-B14F-4D97-AF65-F5344CB8AC3E}">
        <p14:creationId xmlns:p14="http://schemas.microsoft.com/office/powerpoint/2010/main" val="29169605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imeline_Checkmar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CEA13C13-97DF-04EB-F080-4E570B24CF1B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Elisity. Confidential for internal distribution only.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145BC6-F323-4D58-E482-05EDA25E968B}"/>
              </a:ext>
            </a:extLst>
          </p:cNvPr>
          <p:cNvCxnSpPr/>
          <p:nvPr userDrawn="1"/>
        </p:nvCxnSpPr>
        <p:spPr>
          <a:xfrm>
            <a:off x="7137756" y="-4"/>
            <a:ext cx="0" cy="685800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0A60DFF-4737-5B26-034A-511AC258F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46FD200-6FF7-9CE4-AC58-58FC2E1125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5664308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428FC2EB-1230-D796-A343-2402F5DE99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566430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C72F39-4F83-B410-35BE-CA2679509DFE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B45FD7-B24B-0A85-09A8-688EE93FE6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2700" y="766045"/>
            <a:ext cx="513616" cy="51361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7DAB9CA-E217-ABBA-A68E-0245CA68146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1534" y="2548503"/>
            <a:ext cx="513616" cy="51361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ADE3123-1DDA-C82B-85E2-9700882F2AB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1534" y="4330961"/>
            <a:ext cx="513616" cy="51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135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Timelin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92EAD9-01DE-CDD1-A820-433EA66334E1}"/>
              </a:ext>
            </a:extLst>
          </p:cNvPr>
          <p:cNvCxnSpPr/>
          <p:nvPr userDrawn="1"/>
        </p:nvCxnSpPr>
        <p:spPr>
          <a:xfrm>
            <a:off x="7137756" y="-4"/>
            <a:ext cx="0" cy="6858004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26C2E956-03F0-BF32-A1A1-0F22631EB7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5664308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80AAC947-D932-B3AB-BFCC-C55ECDE641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566430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C7ABD-22DA-D342-9EB7-FD0532BE0A6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4964" y="1858153"/>
            <a:ext cx="5371036" cy="1607235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C102068-8E0D-2D2F-A9AD-A35DB957ACE8}"/>
              </a:ext>
            </a:extLst>
          </p:cNvPr>
          <p:cNvSpPr/>
          <p:nvPr userDrawn="1"/>
        </p:nvSpPr>
        <p:spPr>
          <a:xfrm>
            <a:off x="6891534" y="4347966"/>
            <a:ext cx="492443" cy="49244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514575-DC1B-26E9-2809-1EDA07FEFF88}"/>
              </a:ext>
            </a:extLst>
          </p:cNvPr>
          <p:cNvGrpSpPr/>
          <p:nvPr userDrawn="1"/>
        </p:nvGrpSpPr>
        <p:grpSpPr>
          <a:xfrm>
            <a:off x="7023456" y="4480047"/>
            <a:ext cx="228600" cy="228600"/>
            <a:chOff x="2094902" y="4032420"/>
            <a:chExt cx="884237" cy="884237"/>
          </a:xfrm>
          <a:solidFill>
            <a:schemeClr val="accent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DEC79983-39CC-41A0-A1EA-646E020844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4902" y="4032420"/>
              <a:ext cx="884237" cy="884237"/>
            </a:xfrm>
            <a:custGeom>
              <a:avLst/>
              <a:gdLst>
                <a:gd name="T0" fmla="*/ 514 w 1029"/>
                <a:gd name="T1" fmla="*/ 0 h 1029"/>
                <a:gd name="T2" fmla="*/ 0 w 1029"/>
                <a:gd name="T3" fmla="*/ 515 h 1029"/>
                <a:gd name="T4" fmla="*/ 514 w 1029"/>
                <a:gd name="T5" fmla="*/ 1029 h 1029"/>
                <a:gd name="T6" fmla="*/ 1029 w 1029"/>
                <a:gd name="T7" fmla="*/ 515 h 1029"/>
                <a:gd name="T8" fmla="*/ 514 w 1029"/>
                <a:gd name="T9" fmla="*/ 0 h 1029"/>
                <a:gd name="T10" fmla="*/ 514 w 1029"/>
                <a:gd name="T11" fmla="*/ 981 h 1029"/>
                <a:gd name="T12" fmla="*/ 48 w 1029"/>
                <a:gd name="T13" fmla="*/ 515 h 1029"/>
                <a:gd name="T14" fmla="*/ 514 w 1029"/>
                <a:gd name="T15" fmla="*/ 48 h 1029"/>
                <a:gd name="T16" fmla="*/ 981 w 1029"/>
                <a:gd name="T17" fmla="*/ 515 h 1029"/>
                <a:gd name="T18" fmla="*/ 514 w 1029"/>
                <a:gd name="T19" fmla="*/ 981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9" h="1029">
                  <a:moveTo>
                    <a:pt x="514" y="0"/>
                  </a:moveTo>
                  <a:cubicBezTo>
                    <a:pt x="231" y="0"/>
                    <a:pt x="0" y="231"/>
                    <a:pt x="0" y="515"/>
                  </a:cubicBezTo>
                  <a:cubicBezTo>
                    <a:pt x="0" y="798"/>
                    <a:pt x="231" y="1029"/>
                    <a:pt x="514" y="1029"/>
                  </a:cubicBezTo>
                  <a:cubicBezTo>
                    <a:pt x="798" y="1029"/>
                    <a:pt x="1029" y="798"/>
                    <a:pt x="1029" y="515"/>
                  </a:cubicBezTo>
                  <a:cubicBezTo>
                    <a:pt x="1029" y="231"/>
                    <a:pt x="798" y="0"/>
                    <a:pt x="514" y="0"/>
                  </a:cubicBezTo>
                  <a:close/>
                  <a:moveTo>
                    <a:pt x="514" y="981"/>
                  </a:moveTo>
                  <a:cubicBezTo>
                    <a:pt x="257" y="981"/>
                    <a:pt x="48" y="772"/>
                    <a:pt x="48" y="515"/>
                  </a:cubicBezTo>
                  <a:cubicBezTo>
                    <a:pt x="48" y="257"/>
                    <a:pt x="257" y="48"/>
                    <a:pt x="514" y="48"/>
                  </a:cubicBezTo>
                  <a:cubicBezTo>
                    <a:pt x="772" y="48"/>
                    <a:pt x="981" y="257"/>
                    <a:pt x="981" y="515"/>
                  </a:cubicBezTo>
                  <a:cubicBezTo>
                    <a:pt x="981" y="772"/>
                    <a:pt x="772" y="981"/>
                    <a:pt x="514" y="98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D59E9C29-AF6A-97F8-4E3C-8F06AA04B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705" y="4220763"/>
              <a:ext cx="485499" cy="504297"/>
            </a:xfrm>
            <a:custGeom>
              <a:avLst/>
              <a:gdLst>
                <a:gd name="T0" fmla="*/ 552 w 1343"/>
                <a:gd name="T1" fmla="*/ 83 h 1395"/>
                <a:gd name="T2" fmla="*/ 1125 w 1343"/>
                <a:gd name="T3" fmla="*/ 641 h 1395"/>
                <a:gd name="T4" fmla="*/ 0 w 1343"/>
                <a:gd name="T5" fmla="*/ 641 h 1395"/>
                <a:gd name="T6" fmla="*/ 0 w 1343"/>
                <a:gd name="T7" fmla="*/ 756 h 1395"/>
                <a:gd name="T8" fmla="*/ 1118 w 1343"/>
                <a:gd name="T9" fmla="*/ 756 h 1395"/>
                <a:gd name="T10" fmla="*/ 542 w 1343"/>
                <a:gd name="T11" fmla="*/ 1312 h 1395"/>
                <a:gd name="T12" fmla="*/ 623 w 1343"/>
                <a:gd name="T13" fmla="*/ 1395 h 1395"/>
                <a:gd name="T14" fmla="*/ 1343 w 1343"/>
                <a:gd name="T15" fmla="*/ 696 h 1395"/>
                <a:gd name="T16" fmla="*/ 633 w 1343"/>
                <a:gd name="T17" fmla="*/ 0 h 1395"/>
                <a:gd name="T18" fmla="*/ 552 w 1343"/>
                <a:gd name="T19" fmla="*/ 83 h 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3" h="1395">
                  <a:moveTo>
                    <a:pt x="552" y="83"/>
                  </a:moveTo>
                  <a:lnTo>
                    <a:pt x="1125" y="641"/>
                  </a:lnTo>
                  <a:lnTo>
                    <a:pt x="0" y="641"/>
                  </a:lnTo>
                  <a:lnTo>
                    <a:pt x="0" y="756"/>
                  </a:lnTo>
                  <a:lnTo>
                    <a:pt x="1118" y="756"/>
                  </a:lnTo>
                  <a:lnTo>
                    <a:pt x="542" y="1312"/>
                  </a:lnTo>
                  <a:lnTo>
                    <a:pt x="623" y="1395"/>
                  </a:lnTo>
                  <a:lnTo>
                    <a:pt x="1343" y="696"/>
                  </a:lnTo>
                  <a:lnTo>
                    <a:pt x="633" y="0"/>
                  </a:lnTo>
                  <a:lnTo>
                    <a:pt x="552" y="8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0" name="Oval 19">
            <a:extLst>
              <a:ext uri="{FF2B5EF4-FFF2-40B4-BE49-F238E27FC236}">
                <a16:creationId xmlns:a16="http://schemas.microsoft.com/office/drawing/2014/main" id="{F02B6135-23EF-2603-8265-C82AD6F523F8}"/>
              </a:ext>
            </a:extLst>
          </p:cNvPr>
          <p:cNvSpPr/>
          <p:nvPr userDrawn="1"/>
        </p:nvSpPr>
        <p:spPr>
          <a:xfrm>
            <a:off x="6891534" y="2562458"/>
            <a:ext cx="492443" cy="49244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CEF3F6E-482B-B7F6-9752-C3523862EB24}"/>
              </a:ext>
            </a:extLst>
          </p:cNvPr>
          <p:cNvGrpSpPr/>
          <p:nvPr userDrawn="1"/>
        </p:nvGrpSpPr>
        <p:grpSpPr>
          <a:xfrm>
            <a:off x="7023456" y="2694539"/>
            <a:ext cx="228600" cy="228600"/>
            <a:chOff x="2094902" y="4032420"/>
            <a:chExt cx="884237" cy="884237"/>
          </a:xfrm>
          <a:solidFill>
            <a:schemeClr val="tx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347CB43-A5BB-712E-41BD-AE1D89E231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4902" y="4032420"/>
              <a:ext cx="884237" cy="884237"/>
            </a:xfrm>
            <a:custGeom>
              <a:avLst/>
              <a:gdLst>
                <a:gd name="T0" fmla="*/ 514 w 1029"/>
                <a:gd name="T1" fmla="*/ 0 h 1029"/>
                <a:gd name="T2" fmla="*/ 0 w 1029"/>
                <a:gd name="T3" fmla="*/ 515 h 1029"/>
                <a:gd name="T4" fmla="*/ 514 w 1029"/>
                <a:gd name="T5" fmla="*/ 1029 h 1029"/>
                <a:gd name="T6" fmla="*/ 1029 w 1029"/>
                <a:gd name="T7" fmla="*/ 515 h 1029"/>
                <a:gd name="T8" fmla="*/ 514 w 1029"/>
                <a:gd name="T9" fmla="*/ 0 h 1029"/>
                <a:gd name="T10" fmla="*/ 514 w 1029"/>
                <a:gd name="T11" fmla="*/ 981 h 1029"/>
                <a:gd name="T12" fmla="*/ 48 w 1029"/>
                <a:gd name="T13" fmla="*/ 515 h 1029"/>
                <a:gd name="T14" fmla="*/ 514 w 1029"/>
                <a:gd name="T15" fmla="*/ 48 h 1029"/>
                <a:gd name="T16" fmla="*/ 981 w 1029"/>
                <a:gd name="T17" fmla="*/ 515 h 1029"/>
                <a:gd name="T18" fmla="*/ 514 w 1029"/>
                <a:gd name="T19" fmla="*/ 981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9" h="1029">
                  <a:moveTo>
                    <a:pt x="514" y="0"/>
                  </a:moveTo>
                  <a:cubicBezTo>
                    <a:pt x="231" y="0"/>
                    <a:pt x="0" y="231"/>
                    <a:pt x="0" y="515"/>
                  </a:cubicBezTo>
                  <a:cubicBezTo>
                    <a:pt x="0" y="798"/>
                    <a:pt x="231" y="1029"/>
                    <a:pt x="514" y="1029"/>
                  </a:cubicBezTo>
                  <a:cubicBezTo>
                    <a:pt x="798" y="1029"/>
                    <a:pt x="1029" y="798"/>
                    <a:pt x="1029" y="515"/>
                  </a:cubicBezTo>
                  <a:cubicBezTo>
                    <a:pt x="1029" y="231"/>
                    <a:pt x="798" y="0"/>
                    <a:pt x="514" y="0"/>
                  </a:cubicBezTo>
                  <a:close/>
                  <a:moveTo>
                    <a:pt x="514" y="981"/>
                  </a:moveTo>
                  <a:cubicBezTo>
                    <a:pt x="257" y="981"/>
                    <a:pt x="48" y="772"/>
                    <a:pt x="48" y="515"/>
                  </a:cubicBezTo>
                  <a:cubicBezTo>
                    <a:pt x="48" y="257"/>
                    <a:pt x="257" y="48"/>
                    <a:pt x="514" y="48"/>
                  </a:cubicBezTo>
                  <a:cubicBezTo>
                    <a:pt x="772" y="48"/>
                    <a:pt x="981" y="257"/>
                    <a:pt x="981" y="515"/>
                  </a:cubicBezTo>
                  <a:cubicBezTo>
                    <a:pt x="981" y="772"/>
                    <a:pt x="772" y="981"/>
                    <a:pt x="514" y="981"/>
                  </a:cubicBezTo>
                  <a:close/>
                </a:path>
              </a:pathLst>
            </a:custGeom>
            <a:grpFill/>
            <a:ln w="6350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B79CEC10-9910-2372-5838-56E2EF962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705" y="4220763"/>
              <a:ext cx="485499" cy="504297"/>
            </a:xfrm>
            <a:custGeom>
              <a:avLst/>
              <a:gdLst>
                <a:gd name="T0" fmla="*/ 552 w 1343"/>
                <a:gd name="T1" fmla="*/ 83 h 1395"/>
                <a:gd name="T2" fmla="*/ 1125 w 1343"/>
                <a:gd name="T3" fmla="*/ 641 h 1395"/>
                <a:gd name="T4" fmla="*/ 0 w 1343"/>
                <a:gd name="T5" fmla="*/ 641 h 1395"/>
                <a:gd name="T6" fmla="*/ 0 w 1343"/>
                <a:gd name="T7" fmla="*/ 756 h 1395"/>
                <a:gd name="T8" fmla="*/ 1118 w 1343"/>
                <a:gd name="T9" fmla="*/ 756 h 1395"/>
                <a:gd name="T10" fmla="*/ 542 w 1343"/>
                <a:gd name="T11" fmla="*/ 1312 h 1395"/>
                <a:gd name="T12" fmla="*/ 623 w 1343"/>
                <a:gd name="T13" fmla="*/ 1395 h 1395"/>
                <a:gd name="T14" fmla="*/ 1343 w 1343"/>
                <a:gd name="T15" fmla="*/ 696 h 1395"/>
                <a:gd name="T16" fmla="*/ 633 w 1343"/>
                <a:gd name="T17" fmla="*/ 0 h 1395"/>
                <a:gd name="T18" fmla="*/ 552 w 1343"/>
                <a:gd name="T19" fmla="*/ 83 h 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3" h="1395">
                  <a:moveTo>
                    <a:pt x="552" y="83"/>
                  </a:moveTo>
                  <a:lnTo>
                    <a:pt x="1125" y="641"/>
                  </a:lnTo>
                  <a:lnTo>
                    <a:pt x="0" y="641"/>
                  </a:lnTo>
                  <a:lnTo>
                    <a:pt x="0" y="756"/>
                  </a:lnTo>
                  <a:lnTo>
                    <a:pt x="1118" y="756"/>
                  </a:lnTo>
                  <a:lnTo>
                    <a:pt x="542" y="1312"/>
                  </a:lnTo>
                  <a:lnTo>
                    <a:pt x="623" y="1395"/>
                  </a:lnTo>
                  <a:lnTo>
                    <a:pt x="1343" y="696"/>
                  </a:lnTo>
                  <a:lnTo>
                    <a:pt x="633" y="0"/>
                  </a:lnTo>
                  <a:lnTo>
                    <a:pt x="552" y="83"/>
                  </a:lnTo>
                  <a:close/>
                </a:path>
              </a:pathLst>
            </a:custGeom>
            <a:grpFill/>
            <a:ln w="6350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BAAA3EBC-D7E3-49BB-0409-B64656229E0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30199" y="918728"/>
            <a:ext cx="4115870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Timeline Milestone 1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98126F6-474C-F19E-4FE9-A2F062E1A0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630735" y="1220276"/>
            <a:ext cx="4114793" cy="519822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industry.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6301E0D-DBE0-555F-48D2-5A30B025885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30199" y="2700096"/>
            <a:ext cx="4115870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Timeline Milestone 2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4757635-BD91-94EB-27D0-EEA8C697B46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30735" y="3001644"/>
            <a:ext cx="4114793" cy="519822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industry.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BC9765B5-5541-FE1B-C834-66E0C469090D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30199" y="4480047"/>
            <a:ext cx="4115870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Timeline Milestone 3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4A2433C6-9849-BEA7-B52B-3E06E3B032D9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30735" y="4781595"/>
            <a:ext cx="4114793" cy="519822"/>
          </a:xfr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Lorem Ipsum is simply dummy text of the printing and typesetting industry.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27440B-B510-DA0D-98BC-03720AF2B263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2D6A33-CD33-8A59-3102-D209D1FFD3C9}"/>
              </a:ext>
            </a:extLst>
          </p:cNvPr>
          <p:cNvSpPr/>
          <p:nvPr userDrawn="1"/>
        </p:nvSpPr>
        <p:spPr>
          <a:xfrm>
            <a:off x="6881715" y="778578"/>
            <a:ext cx="492443" cy="49244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25400" dist="127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69BAC0F-3DD4-5C3F-74C8-CBB761663743}"/>
              </a:ext>
            </a:extLst>
          </p:cNvPr>
          <p:cNvGrpSpPr/>
          <p:nvPr userDrawn="1"/>
        </p:nvGrpSpPr>
        <p:grpSpPr>
          <a:xfrm>
            <a:off x="7013637" y="910659"/>
            <a:ext cx="228600" cy="228600"/>
            <a:chOff x="2094902" y="4032420"/>
            <a:chExt cx="884237" cy="884237"/>
          </a:xfrm>
          <a:solidFill>
            <a:schemeClr val="tx1"/>
          </a:solidFill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21136141-99E6-B301-D4FF-8160219EB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94902" y="4032420"/>
              <a:ext cx="884237" cy="884237"/>
            </a:xfrm>
            <a:custGeom>
              <a:avLst/>
              <a:gdLst>
                <a:gd name="T0" fmla="*/ 514 w 1029"/>
                <a:gd name="T1" fmla="*/ 0 h 1029"/>
                <a:gd name="T2" fmla="*/ 0 w 1029"/>
                <a:gd name="T3" fmla="*/ 515 h 1029"/>
                <a:gd name="T4" fmla="*/ 514 w 1029"/>
                <a:gd name="T5" fmla="*/ 1029 h 1029"/>
                <a:gd name="T6" fmla="*/ 1029 w 1029"/>
                <a:gd name="T7" fmla="*/ 515 h 1029"/>
                <a:gd name="T8" fmla="*/ 514 w 1029"/>
                <a:gd name="T9" fmla="*/ 0 h 1029"/>
                <a:gd name="T10" fmla="*/ 514 w 1029"/>
                <a:gd name="T11" fmla="*/ 981 h 1029"/>
                <a:gd name="T12" fmla="*/ 48 w 1029"/>
                <a:gd name="T13" fmla="*/ 515 h 1029"/>
                <a:gd name="T14" fmla="*/ 514 w 1029"/>
                <a:gd name="T15" fmla="*/ 48 h 1029"/>
                <a:gd name="T16" fmla="*/ 981 w 1029"/>
                <a:gd name="T17" fmla="*/ 515 h 1029"/>
                <a:gd name="T18" fmla="*/ 514 w 1029"/>
                <a:gd name="T19" fmla="*/ 981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29" h="1029">
                  <a:moveTo>
                    <a:pt x="514" y="0"/>
                  </a:moveTo>
                  <a:cubicBezTo>
                    <a:pt x="231" y="0"/>
                    <a:pt x="0" y="231"/>
                    <a:pt x="0" y="515"/>
                  </a:cubicBezTo>
                  <a:cubicBezTo>
                    <a:pt x="0" y="798"/>
                    <a:pt x="231" y="1029"/>
                    <a:pt x="514" y="1029"/>
                  </a:cubicBezTo>
                  <a:cubicBezTo>
                    <a:pt x="798" y="1029"/>
                    <a:pt x="1029" y="798"/>
                    <a:pt x="1029" y="515"/>
                  </a:cubicBezTo>
                  <a:cubicBezTo>
                    <a:pt x="1029" y="231"/>
                    <a:pt x="798" y="0"/>
                    <a:pt x="514" y="0"/>
                  </a:cubicBezTo>
                  <a:close/>
                  <a:moveTo>
                    <a:pt x="514" y="981"/>
                  </a:moveTo>
                  <a:cubicBezTo>
                    <a:pt x="257" y="981"/>
                    <a:pt x="48" y="772"/>
                    <a:pt x="48" y="515"/>
                  </a:cubicBezTo>
                  <a:cubicBezTo>
                    <a:pt x="48" y="257"/>
                    <a:pt x="257" y="48"/>
                    <a:pt x="514" y="48"/>
                  </a:cubicBezTo>
                  <a:cubicBezTo>
                    <a:pt x="772" y="48"/>
                    <a:pt x="981" y="257"/>
                    <a:pt x="981" y="515"/>
                  </a:cubicBezTo>
                  <a:cubicBezTo>
                    <a:pt x="981" y="772"/>
                    <a:pt x="772" y="981"/>
                    <a:pt x="514" y="981"/>
                  </a:cubicBezTo>
                  <a:close/>
                </a:path>
              </a:pathLst>
            </a:custGeom>
            <a:grpFill/>
            <a:ln w="6350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 6">
              <a:extLst>
                <a:ext uri="{FF2B5EF4-FFF2-40B4-BE49-F238E27FC236}">
                  <a16:creationId xmlns:a16="http://schemas.microsoft.com/office/drawing/2014/main" id="{FAFB8071-EC34-9291-F03A-303BBE250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705" y="4220763"/>
              <a:ext cx="485499" cy="504297"/>
            </a:xfrm>
            <a:custGeom>
              <a:avLst/>
              <a:gdLst>
                <a:gd name="T0" fmla="*/ 552 w 1343"/>
                <a:gd name="T1" fmla="*/ 83 h 1395"/>
                <a:gd name="T2" fmla="*/ 1125 w 1343"/>
                <a:gd name="T3" fmla="*/ 641 h 1395"/>
                <a:gd name="T4" fmla="*/ 0 w 1343"/>
                <a:gd name="T5" fmla="*/ 641 h 1395"/>
                <a:gd name="T6" fmla="*/ 0 w 1343"/>
                <a:gd name="T7" fmla="*/ 756 h 1395"/>
                <a:gd name="T8" fmla="*/ 1118 w 1343"/>
                <a:gd name="T9" fmla="*/ 756 h 1395"/>
                <a:gd name="T10" fmla="*/ 542 w 1343"/>
                <a:gd name="T11" fmla="*/ 1312 h 1395"/>
                <a:gd name="T12" fmla="*/ 623 w 1343"/>
                <a:gd name="T13" fmla="*/ 1395 h 1395"/>
                <a:gd name="T14" fmla="*/ 1343 w 1343"/>
                <a:gd name="T15" fmla="*/ 696 h 1395"/>
                <a:gd name="T16" fmla="*/ 633 w 1343"/>
                <a:gd name="T17" fmla="*/ 0 h 1395"/>
                <a:gd name="T18" fmla="*/ 552 w 1343"/>
                <a:gd name="T19" fmla="*/ 83 h 1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43" h="1395">
                  <a:moveTo>
                    <a:pt x="552" y="83"/>
                  </a:moveTo>
                  <a:lnTo>
                    <a:pt x="1125" y="641"/>
                  </a:lnTo>
                  <a:lnTo>
                    <a:pt x="0" y="641"/>
                  </a:lnTo>
                  <a:lnTo>
                    <a:pt x="0" y="756"/>
                  </a:lnTo>
                  <a:lnTo>
                    <a:pt x="1118" y="756"/>
                  </a:lnTo>
                  <a:lnTo>
                    <a:pt x="542" y="1312"/>
                  </a:lnTo>
                  <a:lnTo>
                    <a:pt x="623" y="1395"/>
                  </a:lnTo>
                  <a:lnTo>
                    <a:pt x="1343" y="696"/>
                  </a:lnTo>
                  <a:lnTo>
                    <a:pt x="633" y="0"/>
                  </a:lnTo>
                  <a:lnTo>
                    <a:pt x="552" y="83"/>
                  </a:lnTo>
                  <a:close/>
                </a:path>
              </a:pathLst>
            </a:custGeom>
            <a:grpFill/>
            <a:ln w="6350" cap="rnd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10" name="Picture 1">
            <a:extLst>
              <a:ext uri="{FF2B5EF4-FFF2-40B4-BE49-F238E27FC236}">
                <a16:creationId xmlns:a16="http://schemas.microsoft.com/office/drawing/2014/main" id="{613C9028-C8E3-6D27-DAE3-B5B747C51F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9DAD5EA-684B-D070-201A-D3A352186E3D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9825343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FourColumn+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25">
            <a:extLst>
              <a:ext uri="{FF2B5EF4-FFF2-40B4-BE49-F238E27FC236}">
                <a16:creationId xmlns:a16="http://schemas.microsoft.com/office/drawing/2014/main" id="{0392E609-7C40-9365-0CA2-D8D575FEEF71}"/>
              </a:ext>
            </a:extLst>
          </p:cNvPr>
          <p:cNvSpPr/>
          <p:nvPr userDrawn="1"/>
        </p:nvSpPr>
        <p:spPr>
          <a:xfrm rot="5400000">
            <a:off x="1697225" y="713390"/>
            <a:ext cx="523583" cy="2451525"/>
          </a:xfrm>
          <a:prstGeom prst="roundRect">
            <a:avLst>
              <a:gd name="adj" fmla="val 4345"/>
            </a:avLst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C7ABD-22DA-D342-9EB7-FD0532BE0A6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33254" y="2795842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830C0CE-22DD-B669-40FE-DBADA25C0A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616360" y="2795844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Rectangle: Rounded Corners 25">
            <a:extLst>
              <a:ext uri="{FF2B5EF4-FFF2-40B4-BE49-F238E27FC236}">
                <a16:creationId xmlns:a16="http://schemas.microsoft.com/office/drawing/2014/main" id="{243359AA-4195-F44A-6125-0E63B29283A7}"/>
              </a:ext>
            </a:extLst>
          </p:cNvPr>
          <p:cNvSpPr/>
          <p:nvPr userDrawn="1"/>
        </p:nvSpPr>
        <p:spPr>
          <a:xfrm rot="5400000">
            <a:off x="4565072" y="713392"/>
            <a:ext cx="523583" cy="2451525"/>
          </a:xfrm>
          <a:prstGeom prst="roundRect">
            <a:avLst>
              <a:gd name="adj" fmla="val 4345"/>
            </a:avLst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22225">
                <a:solidFill>
                  <a:schemeClr val="accent3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9EA6F96E-E297-E51B-334B-EAF7CAA8629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496100" y="2795842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Rectangle: Rounded Corners 25">
            <a:extLst>
              <a:ext uri="{FF2B5EF4-FFF2-40B4-BE49-F238E27FC236}">
                <a16:creationId xmlns:a16="http://schemas.microsoft.com/office/drawing/2014/main" id="{BCDD3224-D8B5-3BA3-B918-FA7D47AEB96D}"/>
              </a:ext>
            </a:extLst>
          </p:cNvPr>
          <p:cNvSpPr/>
          <p:nvPr userDrawn="1"/>
        </p:nvSpPr>
        <p:spPr>
          <a:xfrm rot="5400000">
            <a:off x="7444812" y="713390"/>
            <a:ext cx="523583" cy="2451525"/>
          </a:xfrm>
          <a:prstGeom prst="roundRect">
            <a:avLst>
              <a:gd name="adj" fmla="val 4345"/>
            </a:avLst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22225">
                <a:solidFill>
                  <a:schemeClr val="accent3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3E57652-B634-7C1A-B86B-B13897B0A21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379206" y="2795844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7" name="Rectangle: Rounded Corners 25">
            <a:extLst>
              <a:ext uri="{FF2B5EF4-FFF2-40B4-BE49-F238E27FC236}">
                <a16:creationId xmlns:a16="http://schemas.microsoft.com/office/drawing/2014/main" id="{407BE629-EDC5-AECA-5292-86A3C7F9B9F5}"/>
              </a:ext>
            </a:extLst>
          </p:cNvPr>
          <p:cNvSpPr/>
          <p:nvPr userDrawn="1"/>
        </p:nvSpPr>
        <p:spPr>
          <a:xfrm rot="5400000">
            <a:off x="10327918" y="713392"/>
            <a:ext cx="523583" cy="2451525"/>
          </a:xfrm>
          <a:prstGeom prst="roundRect">
            <a:avLst>
              <a:gd name="adj" fmla="val 4345"/>
            </a:avLst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 w="22225">
                <a:solidFill>
                  <a:schemeClr val="accent3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09E238E-EB18-08C6-9D70-B05F59619D9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00995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Q1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8A60EC86-F8B1-43BB-7820-A45F0B9778F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93817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Q2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A35EC615-8A41-D633-FD2C-9A40DF03FAA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668992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Q3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B9A7BA2-1661-BA79-F83E-1ECF59CA207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53594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Q4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39980508-F72D-9D8B-EA0A-4D59BA297C0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3254" y="2448335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20A3DC92-C5E1-9B52-9959-619CE9CC64D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16360" y="2448337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581E274D-78EC-9E61-FAE9-A7595B7D997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96100" y="2448335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B79884AD-6241-633B-872D-9ED21D78EB3E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79206" y="2448337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46" name="Title 1">
            <a:extLst>
              <a:ext uri="{FF2B5EF4-FFF2-40B4-BE49-F238E27FC236}">
                <a16:creationId xmlns:a16="http://schemas.microsoft.com/office/drawing/2014/main" id="{8A759A34-EB7C-63F3-CA78-422704F92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47" name="Text Placeholder 20">
            <a:extLst>
              <a:ext uri="{FF2B5EF4-FFF2-40B4-BE49-F238E27FC236}">
                <a16:creationId xmlns:a16="http://schemas.microsoft.com/office/drawing/2014/main" id="{80441604-864F-CB3B-9615-A9E03D65242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57125-CA44-B5FE-BCBD-54FBB9A185EE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7CA7675-F1C4-B7B1-E24A-BFE3295909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553579B-BC98-9C80-91F5-D275FDA4D492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843925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FourColumn+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07CDE7-FDFB-AD84-0AAF-93EB336832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7C7ABD-22DA-D342-9EB7-FD0532BE0A6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33254" y="2795842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B5386E95-6FD0-8BB6-C19B-37F949D648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3254" y="2448335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7" name="Rectangle: Rounded Corners 25">
            <a:extLst>
              <a:ext uri="{FF2B5EF4-FFF2-40B4-BE49-F238E27FC236}">
                <a16:creationId xmlns:a16="http://schemas.microsoft.com/office/drawing/2014/main" id="{13895848-DAB5-478B-A04C-5DDCB94F0539}"/>
              </a:ext>
            </a:extLst>
          </p:cNvPr>
          <p:cNvSpPr/>
          <p:nvPr userDrawn="1"/>
        </p:nvSpPr>
        <p:spPr>
          <a:xfrm rot="5400000">
            <a:off x="1681966" y="713390"/>
            <a:ext cx="523583" cy="2451525"/>
          </a:xfrm>
          <a:prstGeom prst="roundRect">
            <a:avLst>
              <a:gd name="adj" fmla="val 4345"/>
            </a:avLst>
          </a:prstGeom>
          <a:solidFill>
            <a:schemeClr val="accent3"/>
          </a:solidFill>
          <a:ln w="38100"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9830C0CE-22DD-B669-40FE-DBADA25C0A8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616360" y="2795844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F9F58D0C-76BE-A895-0C76-410E6AE5B9E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16360" y="2448337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24" name="Rectangle: Rounded Corners 25">
            <a:extLst>
              <a:ext uri="{FF2B5EF4-FFF2-40B4-BE49-F238E27FC236}">
                <a16:creationId xmlns:a16="http://schemas.microsoft.com/office/drawing/2014/main" id="{243359AA-4195-F44A-6125-0E63B29283A7}"/>
              </a:ext>
            </a:extLst>
          </p:cNvPr>
          <p:cNvSpPr/>
          <p:nvPr userDrawn="1"/>
        </p:nvSpPr>
        <p:spPr>
          <a:xfrm rot="5400000">
            <a:off x="4565072" y="713392"/>
            <a:ext cx="523583" cy="2451525"/>
          </a:xfrm>
          <a:prstGeom prst="roundRect">
            <a:avLst>
              <a:gd name="adj" fmla="val 4345"/>
            </a:avLst>
          </a:prstGeom>
          <a:solidFill>
            <a:schemeClr val="accent4"/>
          </a:solidFill>
          <a:ln w="38100"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9EA6F96E-E297-E51B-334B-EAF7CAA8629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6496100" y="2795842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0F2C42B8-8218-1C65-E257-B7238D7249FA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96100" y="2448335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30" name="Rectangle: Rounded Corners 25">
            <a:extLst>
              <a:ext uri="{FF2B5EF4-FFF2-40B4-BE49-F238E27FC236}">
                <a16:creationId xmlns:a16="http://schemas.microsoft.com/office/drawing/2014/main" id="{BCDD3224-D8B5-3BA3-B918-FA7D47AEB96D}"/>
              </a:ext>
            </a:extLst>
          </p:cNvPr>
          <p:cNvSpPr/>
          <p:nvPr userDrawn="1"/>
        </p:nvSpPr>
        <p:spPr>
          <a:xfrm rot="5400000">
            <a:off x="7444812" y="713390"/>
            <a:ext cx="523583" cy="2451525"/>
          </a:xfrm>
          <a:prstGeom prst="roundRect">
            <a:avLst>
              <a:gd name="adj" fmla="val 4345"/>
            </a:avLst>
          </a:prstGeom>
          <a:solidFill>
            <a:schemeClr val="accent5"/>
          </a:solidFill>
          <a:ln w="38100"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63E57652-B634-7C1A-B86B-B13897B0A21C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9379206" y="2795844"/>
            <a:ext cx="2436712" cy="188429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3EADA1CD-A0BF-E686-1424-5FD8EC5D459D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79206" y="2448337"/>
            <a:ext cx="24367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Headline</a:t>
            </a:r>
          </a:p>
        </p:txBody>
      </p:sp>
      <p:sp>
        <p:nvSpPr>
          <p:cNvPr id="37" name="Rectangle: Rounded Corners 25">
            <a:extLst>
              <a:ext uri="{FF2B5EF4-FFF2-40B4-BE49-F238E27FC236}">
                <a16:creationId xmlns:a16="http://schemas.microsoft.com/office/drawing/2014/main" id="{407BE629-EDC5-AECA-5292-86A3C7F9B9F5}"/>
              </a:ext>
            </a:extLst>
          </p:cNvPr>
          <p:cNvSpPr/>
          <p:nvPr userDrawn="1"/>
        </p:nvSpPr>
        <p:spPr>
          <a:xfrm rot="5400000">
            <a:off x="10327918" y="713392"/>
            <a:ext cx="523583" cy="2451525"/>
          </a:xfrm>
          <a:prstGeom prst="roundRect">
            <a:avLst>
              <a:gd name="adj" fmla="val 4345"/>
            </a:avLst>
          </a:prstGeom>
          <a:solidFill>
            <a:schemeClr val="accent6"/>
          </a:solidFill>
          <a:ln w="38100"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 Placeholder 20">
            <a:extLst>
              <a:ext uri="{FF2B5EF4-FFF2-40B4-BE49-F238E27FC236}">
                <a16:creationId xmlns:a16="http://schemas.microsoft.com/office/drawing/2014/main" id="{A09E238E-EB18-08C6-9D70-B05F59619D9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00995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Q1</a:t>
            </a:r>
          </a:p>
        </p:txBody>
      </p:sp>
      <p:sp>
        <p:nvSpPr>
          <p:cNvPr id="39" name="Text Placeholder 20">
            <a:extLst>
              <a:ext uri="{FF2B5EF4-FFF2-40B4-BE49-F238E27FC236}">
                <a16:creationId xmlns:a16="http://schemas.microsoft.com/office/drawing/2014/main" id="{8A60EC86-F8B1-43BB-7820-A45F0B9778F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793817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Q2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A35EC615-8A41-D633-FD2C-9A40DF03FAA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668992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Q3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8B9A7BA2-1661-BA79-F83E-1ECF59CA207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53594" y="1831646"/>
            <a:ext cx="2023106" cy="21544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kumimoji="0" lang="en-US" sz="14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Q4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67100BE-84DA-7F30-9B23-A997E97D6B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7A8303A2-11D6-D366-0B49-11836D7C3AE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65B6A1-6616-73A9-C9BD-10AFD3FBBE64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762D4B3-2BD1-E29B-82B4-CCED1D6899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548C258-7CED-4699-DC20-7C298CD66A58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139522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SideColumn_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68CF0162-95F9-5D7A-9578-015DEDEE62F8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5" b="539"/>
          <a:stretch>
            <a:fillRect/>
          </a:stretch>
        </p:blipFill>
        <p:spPr>
          <a:xfrm rot="10800000">
            <a:off x="8438016" y="-13450"/>
            <a:ext cx="3753984" cy="687145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4E97D-B103-0C16-2EC8-01D44918D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658F4A07-D3F7-7C61-14CE-7E02481BAB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F18310A-CD68-27CF-E645-D5CB18647B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7269858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02BB7477-FEEA-4ABB-42B5-DC38AACDCA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726985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7E7B9F-8326-B32C-38FB-844E3C5FA635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F25B3A-39B5-888A-0648-CFD8C870A64A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945515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Side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D7AA778-8E8E-2718-A6C9-31C248EF9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7269858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4038628-6533-87D7-E2DC-716D71D08BB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726985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E70B4-A2DF-9E87-EFC8-0885A293555E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13" name="Picture 12" descr="A blue and black gradient&#10;&#10;AI-generated content may be incorrect.">
            <a:extLst>
              <a:ext uri="{FF2B5EF4-FFF2-40B4-BE49-F238E27FC236}">
                <a16:creationId xmlns:a16="http://schemas.microsoft.com/office/drawing/2014/main" id="{1602296B-D864-DBBC-22A3-D8D5155293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6886009" y="1552009"/>
            <a:ext cx="6858000" cy="375398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4E97D-B103-0C16-2EC8-01D44918D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BFF28846-2FC4-D824-C53A-6FD9F179935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60B7584-0327-7B1F-4272-CF61D3A2CDFA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35225441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HalfColumn_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4E78FAE7-07FD-83AE-A11C-D8528590208A}"/>
              </a:ext>
            </a:extLst>
          </p:cNvPr>
          <p:cNvPicPr>
            <a:picLocks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1" b="311"/>
          <a:stretch>
            <a:fillRect/>
          </a:stretch>
        </p:blipFill>
        <p:spPr>
          <a:xfrm rot="10800000">
            <a:off x="6095998" y="0"/>
            <a:ext cx="6096002" cy="6858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4E97D-B103-0C16-2EC8-01D44918D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A14D540F-9127-03B1-B7AD-7FB8EB33DE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5027069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1624952-01C8-6C7B-AFCF-050FB5E59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502706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CB99F0-F1AD-FC7E-42D6-7EB4526F4263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219689-055C-A22C-F46D-C689A22608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537FBAA-E21D-7633-8E65-9884835FCEA3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129183926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HalfColumn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blue and black gradient&#10;&#10;AI-generated content may be incorrect.">
            <a:extLst>
              <a:ext uri="{FF2B5EF4-FFF2-40B4-BE49-F238E27FC236}">
                <a16:creationId xmlns:a16="http://schemas.microsoft.com/office/drawing/2014/main" id="{08D4573E-2D74-78E8-42F6-53C6D0E0EE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H="1">
            <a:off x="5715000" y="381000"/>
            <a:ext cx="6858000" cy="6096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74E97D-B103-0C16-2EC8-01D44918D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7D082F1-2E36-A32D-E6CE-B49CB23301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B97EDA24-20AA-C5EA-A5D6-4A1469931D9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5027069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18F596-C5B1-EE8F-5B6C-1FFCC81E9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5" y="594459"/>
            <a:ext cx="5027069" cy="387798"/>
          </a:xfrm>
        </p:spPr>
        <p:txBody>
          <a:bodyPr/>
          <a:lstStyle/>
          <a:p>
            <a:r>
              <a:rPr lang="en-US"/>
              <a:t>Click to edit Headline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1BB3D5-D647-9182-5301-F4C0A092C3B4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84D17801-D6FD-1B07-66DB-8DC893C4FA5E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948781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8C22CD-CBE0-D5CB-C48C-CD9D1C52B82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>
          <a:xfrm rot="5400000">
            <a:off x="8556630" y="63497"/>
            <a:ext cx="4286910" cy="3553507"/>
          </a:xfrm>
          <a:prstGeom prst="rect">
            <a:avLst/>
          </a:prstGeom>
        </p:spPr>
      </p:pic>
      <p:pic>
        <p:nvPicPr>
          <p:cNvPr id="14" name="Picture 1">
            <a:extLst>
              <a:ext uri="{FF2B5EF4-FFF2-40B4-BE49-F238E27FC236}">
                <a16:creationId xmlns:a16="http://schemas.microsoft.com/office/drawing/2014/main" id="{2E5EA40F-1CBC-D5D3-FE47-AC18EF42C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-10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3900" y="572851"/>
            <a:ext cx="2588297" cy="575177"/>
          </a:xfrm>
          <a:prstGeom prst="rect">
            <a:avLst/>
          </a:prstGeom>
        </p:spPr>
      </p:pic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94BEAD7-F883-C951-89F0-AE1DBBBC35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4964" y="6313367"/>
            <a:ext cx="7830664" cy="1384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kumimoji="0" lang="en-US" sz="1000" b="0" i="0" u="none" strike="noStrike" kern="1200" cap="all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DATE, CLIENT NAME, ETC.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B4955C8-5290-92F7-F5CA-BCE5DF575D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900" y="4740856"/>
            <a:ext cx="10431780" cy="387798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Month Day, Year</a:t>
            </a:r>
          </a:p>
        </p:txBody>
      </p:sp>
      <p:sp>
        <p:nvSpPr>
          <p:cNvPr id="16" name="Text Placeholder 20">
            <a:extLst>
              <a:ext uri="{FF2B5EF4-FFF2-40B4-BE49-F238E27FC236}">
                <a16:creationId xmlns:a16="http://schemas.microsoft.com/office/drawing/2014/main" id="{092E7FFA-C375-6AD3-8AE6-5A80B1B18B3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3900" y="3605085"/>
            <a:ext cx="10431780" cy="9694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marL="0" indent="0">
              <a:buNone/>
              <a:defRPr kumimoji="0" lang="en-US" sz="70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Thank You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5387EE3A-BE6C-F9BF-A922-96FA413E45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3900" y="5263536"/>
            <a:ext cx="635499" cy="635499"/>
          </a:xfrm>
          <a:custGeom>
            <a:avLst/>
            <a:gdLst>
              <a:gd name="connsiteX0" fmla="*/ 1064274 w 2128548"/>
              <a:gd name="connsiteY0" fmla="*/ 0 h 2128548"/>
              <a:gd name="connsiteX1" fmla="*/ 2128548 w 2128548"/>
              <a:gd name="connsiteY1" fmla="*/ 1064274 h 2128548"/>
              <a:gd name="connsiteX2" fmla="*/ 1064274 w 2128548"/>
              <a:gd name="connsiteY2" fmla="*/ 2128548 h 2128548"/>
              <a:gd name="connsiteX3" fmla="*/ 0 w 2128548"/>
              <a:gd name="connsiteY3" fmla="*/ 1064274 h 2128548"/>
              <a:gd name="connsiteX4" fmla="*/ 1064274 w 2128548"/>
              <a:gd name="connsiteY4" fmla="*/ 0 h 212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8548" h="2128548">
                <a:moveTo>
                  <a:pt x="1064274" y="0"/>
                </a:moveTo>
                <a:cubicBezTo>
                  <a:pt x="1652056" y="0"/>
                  <a:pt x="2128548" y="476492"/>
                  <a:pt x="2128548" y="1064274"/>
                </a:cubicBezTo>
                <a:cubicBezTo>
                  <a:pt x="2128548" y="1652056"/>
                  <a:pt x="1652056" y="2128548"/>
                  <a:pt x="1064274" y="2128548"/>
                </a:cubicBezTo>
                <a:cubicBezTo>
                  <a:pt x="476492" y="2128548"/>
                  <a:pt x="0" y="1652056"/>
                  <a:pt x="0" y="1064274"/>
                </a:cubicBezTo>
                <a:cubicBezTo>
                  <a:pt x="0" y="476492"/>
                  <a:pt x="476492" y="0"/>
                  <a:pt x="10642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20">
            <a:extLst>
              <a:ext uri="{FF2B5EF4-FFF2-40B4-BE49-F238E27FC236}">
                <a16:creationId xmlns:a16="http://schemas.microsoft.com/office/drawing/2014/main" id="{DB9FDE58-7125-83CE-00CF-A08AB157F2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69722" y="5341605"/>
            <a:ext cx="3651502" cy="2215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First Last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CA1EE54-7FAD-AE8A-922E-61654407EB9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69722" y="5606781"/>
            <a:ext cx="3651502" cy="1938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100000"/>
              </a:lnSpc>
              <a:buNone/>
              <a:defRPr kumimoji="0" lang="en-US" sz="14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1741858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No-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2A77CE6B-E2AE-E259-E941-F00FB92327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D649EA-3A59-75FE-6A53-7CA711179FD5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78199"/>
              </a:gs>
              <a:gs pos="100000">
                <a:srgbClr val="083244"/>
              </a:gs>
              <a:gs pos="69000">
                <a:srgbClr val="044354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33E0C683-1562-941E-3928-779284267A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5580DFA-3EC5-C082-ACFA-3E10E7BC3670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8401577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No-Headlin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4A0CF66-3288-BBDE-D041-66E94C8A7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FC937F-BE65-453F-3692-8EE7676BED14}"/>
              </a:ext>
            </a:extLst>
          </p:cNvPr>
          <p:cNvSpPr/>
          <p:nvPr userDrawn="1"/>
        </p:nvSpPr>
        <p:spPr>
          <a:xfrm>
            <a:off x="0" y="0"/>
            <a:ext cx="394408" cy="6858000"/>
          </a:xfrm>
          <a:prstGeom prst="rect">
            <a:avLst/>
          </a:prstGeom>
          <a:gradFill flip="none" rotWithShape="1">
            <a:gsLst>
              <a:gs pos="8000">
                <a:srgbClr val="03F1FC"/>
              </a:gs>
              <a:gs pos="93000">
                <a:srgbClr val="278AC1"/>
              </a:gs>
              <a:gs pos="51000">
                <a:srgbClr val="2FC6F3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E0A87EE1-4DAF-6D54-5DF9-4EAD79B81A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66E3932-174C-3B89-B979-4766DBDD3F56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5410393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_No-Headline_2 - NO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4A0CF66-3288-BBDE-D041-66E94C8A7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62144" y="6386686"/>
            <a:ext cx="253773" cy="138499"/>
          </a:xfrm>
        </p:spPr>
        <p:txBody>
          <a:bodyPr/>
          <a:lstStyle/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E0A87EE1-4DAF-6D54-5DF9-4EAD79B81A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742442" y="332815"/>
            <a:ext cx="1073475" cy="2385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11A7500-9B30-3B37-C97A-A5904EC3F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964" y="594459"/>
            <a:ext cx="9778279" cy="387798"/>
          </a:xfrm>
        </p:spPr>
        <p:txBody>
          <a:bodyPr/>
          <a:lstStyle/>
          <a:p>
            <a:r>
              <a:rPr lang="en-US" dirty="0"/>
              <a:t>Click to edit Headline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5C8B0A17-8E95-CE7B-F33F-8D0028135E5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4965" y="1082403"/>
            <a:ext cx="9778278" cy="27699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kumimoji="0" lang="en-US" sz="2000" b="0" i="0" u="none" strike="noStrike" kern="120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buNone/>
              <a:defRPr sz="1600">
                <a:solidFill>
                  <a:schemeClr val="bg1"/>
                </a:solidFill>
              </a:defRPr>
            </a:lvl4pPr>
            <a:lvl5pPr marL="1828800" indent="0">
              <a:buNone/>
              <a:defRPr sz="16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subheading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67B29AA4-6C06-C812-B7E0-989B4C1FF878}"/>
              </a:ext>
            </a:extLst>
          </p:cNvPr>
          <p:cNvSpPr txBox="1">
            <a:spLocks/>
          </p:cNvSpPr>
          <p:nvPr userDrawn="1"/>
        </p:nvSpPr>
        <p:spPr>
          <a:xfrm>
            <a:off x="7172272" y="6394380"/>
            <a:ext cx="4114800" cy="123111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© 2025 Elisity. Confidential for internal distribution only.</a:t>
            </a:r>
          </a:p>
        </p:txBody>
      </p:sp>
    </p:spTree>
    <p:extLst>
      <p:ext uri="{BB962C8B-B14F-4D97-AF65-F5344CB8AC3E}">
        <p14:creationId xmlns:p14="http://schemas.microsoft.com/office/powerpoint/2010/main" val="27454112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76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00C89C-586B-8601-F13A-1FD09FC70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64" y="719911"/>
            <a:ext cx="10759280" cy="38779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F2FE547-D6D2-B20C-C1DC-9D114AEE8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2144" y="6382336"/>
            <a:ext cx="253773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kumimoji="0" lang="en-US" sz="900" b="1" i="0" u="none" strike="noStrike" kern="1200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E0B6C7CA-8BB4-EB41-B2E9-29367231869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8E6C72-08D0-C8A2-4973-28A1F94EA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756" y="1425575"/>
            <a:ext cx="10762488" cy="1231106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162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6" r:id="rId2"/>
    <p:sldLayoutId id="2147483687" r:id="rId3"/>
    <p:sldLayoutId id="2147483760" r:id="rId4"/>
    <p:sldLayoutId id="2147483769" r:id="rId5"/>
    <p:sldLayoutId id="2147483842" r:id="rId6"/>
    <p:sldLayoutId id="2147483750" r:id="rId7"/>
    <p:sldLayoutId id="2147483839" r:id="rId8"/>
    <p:sldLayoutId id="2147483689" r:id="rId9"/>
    <p:sldLayoutId id="2147483815" r:id="rId10"/>
    <p:sldLayoutId id="2147483816" r:id="rId11"/>
    <p:sldLayoutId id="2147483702" r:id="rId12"/>
    <p:sldLayoutId id="2147483708" r:id="rId13"/>
    <p:sldLayoutId id="2147483711" r:id="rId14"/>
    <p:sldLayoutId id="2147483778" r:id="rId15"/>
    <p:sldLayoutId id="2147483776" r:id="rId16"/>
    <p:sldLayoutId id="2147483781" r:id="rId17"/>
    <p:sldLayoutId id="2147483679" r:id="rId18"/>
    <p:sldLayoutId id="2147483840" r:id="rId19"/>
    <p:sldLayoutId id="2147483658" r:id="rId20"/>
    <p:sldLayoutId id="2147483659" r:id="rId21"/>
    <p:sldLayoutId id="2147483662" r:id="rId22"/>
    <p:sldLayoutId id="2147483664" r:id="rId23"/>
    <p:sldLayoutId id="2147483669" r:id="rId24"/>
    <p:sldLayoutId id="2147483670" r:id="rId25"/>
    <p:sldLayoutId id="2147483672" r:id="rId26"/>
    <p:sldLayoutId id="2147483725" r:id="rId27"/>
    <p:sldLayoutId id="2147483818" r:id="rId28"/>
    <p:sldLayoutId id="2147483820" r:id="rId29"/>
    <p:sldLayoutId id="2147483824" r:id="rId30"/>
    <p:sldLayoutId id="2147483727" r:id="rId31"/>
    <p:sldLayoutId id="2147483728" r:id="rId32"/>
    <p:sldLayoutId id="2147483731" r:id="rId33"/>
    <p:sldLayoutId id="2147483732" r:id="rId34"/>
    <p:sldLayoutId id="2147483782" r:id="rId35"/>
    <p:sldLayoutId id="2147483753" r:id="rId36"/>
    <p:sldLayoutId id="2147483752" r:id="rId37"/>
    <p:sldLayoutId id="2147483843" r:id="rId38"/>
    <p:sldLayoutId id="2147483739" r:id="rId3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630936" indent="-17373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136" indent="-17373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545336" indent="-17373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02536" indent="-173736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E2E54-2929-9637-392F-508709AD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66ED1-158D-872B-4800-A3230C4E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This is a title slide </a:t>
            </a:r>
            <a:r>
              <a:rPr lang="en-US" err="1"/>
              <a:t>subheader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09720-F12E-D6A9-8063-6CA4D53D5BB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23900" y="4293497"/>
            <a:ext cx="10452100" cy="1077218"/>
          </a:xfrm>
        </p:spPr>
        <p:txBody>
          <a:bodyPr/>
          <a:lstStyle/>
          <a:p>
            <a:r>
              <a:rPr lang="en-US"/>
              <a:t>This is a title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94A39-A9C9-D806-50CB-145570F7741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4964" y="6313367"/>
            <a:ext cx="7830664" cy="153888"/>
          </a:xfrm>
        </p:spPr>
        <p:txBody>
          <a:bodyPr/>
          <a:lstStyle/>
          <a:p>
            <a:r>
              <a:rPr lang="en-US"/>
              <a:t>Presentation date, client, event/purpose</a:t>
            </a:r>
          </a:p>
        </p:txBody>
      </p:sp>
    </p:spTree>
    <p:extLst>
      <p:ext uri="{BB962C8B-B14F-4D97-AF65-F5344CB8AC3E}">
        <p14:creationId xmlns:p14="http://schemas.microsoft.com/office/powerpoint/2010/main" val="3592312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ADD886-8E17-8C14-8C25-08E482539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620BA2-C3B3-F155-27D4-4E2E025ACC0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09251-411B-4933-D39B-6AF3754822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B6C7CA-8BB4-EB41-B2E9-29367231869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4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74B2A90-5CC5-2983-52E5-8AC8EF78845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07294" y="504273"/>
            <a:ext cx="9777413" cy="38893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Slide Troubleshooting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7E433D-EBFB-1548-BDE0-5C93ABA89B2A}"/>
              </a:ext>
            </a:extLst>
          </p:cNvPr>
          <p:cNvSpPr/>
          <p:nvPr/>
        </p:nvSpPr>
        <p:spPr>
          <a:xfrm>
            <a:off x="1080725" y="1361663"/>
            <a:ext cx="10030550" cy="894522"/>
          </a:xfrm>
          <a:prstGeom prst="roundRect">
            <a:avLst>
              <a:gd name="adj" fmla="val 1334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2880" rtlCol="0" anchor="t" anchorCtr="0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tx1"/>
                </a:solidFill>
              </a:rPr>
              <a:t>If large footer appears in lower right corner of page: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Manually select and delete it.  It’s an anomaly and there is no need to turn a feature on or off to correct it.</a:t>
            </a:r>
          </a:p>
          <a:p>
            <a:pPr marL="342900" indent="-342900">
              <a:buAutoNum type="arabicPeriod"/>
            </a:pP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CE2BD-CA7A-9536-12FC-C8C2DE7728AB}"/>
              </a:ext>
            </a:extLst>
          </p:cNvPr>
          <p:cNvSpPr txBox="1"/>
          <p:nvPr/>
        </p:nvSpPr>
        <p:spPr>
          <a:xfrm>
            <a:off x="1080725" y="936148"/>
            <a:ext cx="846386" cy="36420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</a:rPr>
              <a:t>Footers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314364-CE15-129F-7194-ED71F61DEF74}"/>
              </a:ext>
            </a:extLst>
          </p:cNvPr>
          <p:cNvSpPr/>
          <p:nvPr/>
        </p:nvSpPr>
        <p:spPr>
          <a:xfrm>
            <a:off x="1080725" y="2951920"/>
            <a:ext cx="10030550" cy="3538331"/>
          </a:xfrm>
          <a:prstGeom prst="roundRect">
            <a:avLst>
              <a:gd name="adj" fmla="val 65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182880" rtlCol="0" anchor="ctr" anchorCtr="0"/>
          <a:lstStyle/>
          <a:p>
            <a:pPr>
              <a:spcAft>
                <a:spcPts val="600"/>
              </a:spcAft>
            </a:pPr>
            <a:r>
              <a:rPr lang="en-US" sz="1400" b="1" dirty="0">
                <a:solidFill>
                  <a:schemeClr val="tx1"/>
                </a:solidFill>
              </a:rPr>
              <a:t>If there is no page number OR if the page number looks funny: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Select </a:t>
            </a:r>
            <a:r>
              <a:rPr lang="en-US" sz="1400" i="1" dirty="0">
                <a:solidFill>
                  <a:schemeClr val="tx1"/>
                </a:solidFill>
              </a:rPr>
              <a:t>‘Insert’ </a:t>
            </a:r>
            <a:r>
              <a:rPr lang="en-US" sz="1400" dirty="0">
                <a:solidFill>
                  <a:schemeClr val="tx1"/>
                </a:solidFill>
              </a:rPr>
              <a:t>in the toolbar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Click on </a:t>
            </a:r>
            <a:r>
              <a:rPr lang="en-US" sz="1400" i="1" dirty="0">
                <a:solidFill>
                  <a:schemeClr val="tx1"/>
                </a:solidFill>
              </a:rPr>
              <a:t>‘Slide Number’ </a:t>
            </a:r>
            <a:r>
              <a:rPr lang="en-US" sz="1400" dirty="0">
                <a:solidFill>
                  <a:schemeClr val="tx1"/>
                </a:solidFill>
              </a:rPr>
              <a:t>thumbnail (make sure you do not have anything on the slide selected or highlighted)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Select </a:t>
            </a:r>
            <a:r>
              <a:rPr lang="en-US" sz="1400" i="1" dirty="0">
                <a:solidFill>
                  <a:schemeClr val="tx1"/>
                </a:solidFill>
              </a:rPr>
              <a:t>‘Slide Number’ </a:t>
            </a:r>
            <a:r>
              <a:rPr lang="en-US" sz="1400" dirty="0">
                <a:solidFill>
                  <a:schemeClr val="tx1"/>
                </a:solidFill>
              </a:rPr>
              <a:t>on the popup menu</a:t>
            </a:r>
          </a:p>
          <a:p>
            <a:pPr marL="342900" indent="-342900">
              <a:spcAft>
                <a:spcPts val="200"/>
              </a:spcAft>
              <a:buAutoNum type="arabicPeriod"/>
            </a:pPr>
            <a:r>
              <a:rPr lang="en-US" sz="1400" dirty="0">
                <a:solidFill>
                  <a:schemeClr val="tx1"/>
                </a:solidFill>
              </a:rPr>
              <a:t>Click </a:t>
            </a:r>
            <a:r>
              <a:rPr lang="en-US" sz="1400" i="1" dirty="0">
                <a:solidFill>
                  <a:schemeClr val="tx1"/>
                </a:solidFill>
              </a:rPr>
              <a:t>‘Apply to All’</a:t>
            </a:r>
          </a:p>
          <a:p>
            <a:pPr marL="625475" lvl="1" indent="-168275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can click on </a:t>
            </a:r>
            <a:r>
              <a:rPr lang="en-US" sz="1400" i="1" dirty="0">
                <a:solidFill>
                  <a:schemeClr val="tx1"/>
                </a:solidFill>
              </a:rPr>
              <a:t>‘Apply’ </a:t>
            </a:r>
            <a:r>
              <a:rPr lang="en-US" sz="1400" dirty="0">
                <a:solidFill>
                  <a:schemeClr val="tx1"/>
                </a:solidFill>
              </a:rPr>
              <a:t>to correct one slide but it’s likely there are other slides with issues if one is incorrect, so </a:t>
            </a:r>
            <a:r>
              <a:rPr lang="en-US" sz="1400" i="1" dirty="0">
                <a:solidFill>
                  <a:schemeClr val="tx1"/>
                </a:solidFill>
              </a:rPr>
              <a:t>‘Apply to All’ </a:t>
            </a:r>
            <a:r>
              <a:rPr lang="en-US" sz="1400" dirty="0">
                <a:solidFill>
                  <a:schemeClr val="tx1"/>
                </a:solidFill>
              </a:rPr>
              <a:t>is the most thorough way to correct the issue.</a:t>
            </a:r>
          </a:p>
          <a:p>
            <a:pPr marL="685800" indent="-685800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Note 1:	What we are doing, ideally, is just turning the page numbering on. However, this </a:t>
            </a:r>
            <a:r>
              <a:rPr lang="en-US" sz="1400" i="1" dirty="0">
                <a:solidFill>
                  <a:schemeClr val="tx1"/>
                </a:solidFill>
              </a:rPr>
              <a:t>‘Page Number’ </a:t>
            </a:r>
            <a:r>
              <a:rPr lang="en-US" sz="1400" dirty="0">
                <a:solidFill>
                  <a:schemeClr val="tx1"/>
                </a:solidFill>
              </a:rPr>
              <a:t>box may be selected already – </a:t>
            </a:r>
            <a:r>
              <a:rPr lang="en-US" sz="1400" b="1" dirty="0">
                <a:solidFill>
                  <a:schemeClr val="tx1"/>
                </a:solidFill>
              </a:rPr>
              <a:t>even if you are missing a page number!  </a:t>
            </a:r>
            <a:r>
              <a:rPr lang="en-US" sz="1400" dirty="0">
                <a:solidFill>
                  <a:schemeClr val="tx1"/>
                </a:solidFill>
              </a:rPr>
              <a:t>If that’s the case, unselect it, click </a:t>
            </a:r>
            <a:r>
              <a:rPr lang="en-US" sz="1400" i="1" dirty="0">
                <a:solidFill>
                  <a:schemeClr val="tx1"/>
                </a:solidFill>
              </a:rPr>
              <a:t>‘Apply to All’, </a:t>
            </a:r>
            <a:r>
              <a:rPr lang="en-US" sz="1400" dirty="0">
                <a:solidFill>
                  <a:schemeClr val="tx1"/>
                </a:solidFill>
              </a:rPr>
              <a:t>then REPEAT the process by selecting </a:t>
            </a:r>
            <a:r>
              <a:rPr lang="en-US" sz="1400" i="1" dirty="0">
                <a:solidFill>
                  <a:schemeClr val="tx1"/>
                </a:solidFill>
              </a:rPr>
              <a:t>‘Page Number’ </a:t>
            </a:r>
            <a:r>
              <a:rPr lang="en-US" sz="1400" dirty="0">
                <a:solidFill>
                  <a:schemeClr val="tx1"/>
                </a:solidFill>
              </a:rPr>
              <a:t>again.  This turns all the page numbering off and then back on.</a:t>
            </a:r>
          </a:p>
          <a:p>
            <a:pPr marL="685800" indent="-685800">
              <a:spcAft>
                <a:spcPts val="600"/>
              </a:spcAft>
            </a:pPr>
            <a:r>
              <a:rPr lang="en-US" sz="1400" dirty="0">
                <a:solidFill>
                  <a:schemeClr val="tx1"/>
                </a:solidFill>
              </a:rPr>
              <a:t>Note 2:	Select </a:t>
            </a:r>
            <a:r>
              <a:rPr lang="en-US" sz="1400" i="1" dirty="0">
                <a:solidFill>
                  <a:schemeClr val="tx1"/>
                </a:solidFill>
              </a:rPr>
              <a:t>‘Don’t show on title slide’ </a:t>
            </a:r>
            <a:r>
              <a:rPr lang="en-US" sz="1400" dirty="0">
                <a:solidFill>
                  <a:schemeClr val="tx1"/>
                </a:solidFill>
              </a:rPr>
              <a:t>every time.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7DC6E-CC37-0E98-7CC4-3DC04BD7482D}"/>
              </a:ext>
            </a:extLst>
          </p:cNvPr>
          <p:cNvSpPr txBox="1"/>
          <p:nvPr/>
        </p:nvSpPr>
        <p:spPr>
          <a:xfrm>
            <a:off x="1080725" y="2526407"/>
            <a:ext cx="1615827" cy="36420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</a:rPr>
              <a:t>Page Numbers</a:t>
            </a:r>
          </a:p>
        </p:txBody>
      </p:sp>
    </p:spTree>
    <p:extLst>
      <p:ext uri="{BB962C8B-B14F-4D97-AF65-F5344CB8AC3E}">
        <p14:creationId xmlns:p14="http://schemas.microsoft.com/office/powerpoint/2010/main" val="1253352162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FINAL 4">
  <a:themeElements>
    <a:clrScheme name="Elisity Final">
      <a:dk1>
        <a:srgbClr val="000000"/>
      </a:dk1>
      <a:lt1>
        <a:srgbClr val="FFFFFF"/>
      </a:lt1>
      <a:dk2>
        <a:srgbClr val="053241"/>
      </a:dk2>
      <a:lt2>
        <a:srgbClr val="FFFFFF"/>
      </a:lt2>
      <a:accent1>
        <a:srgbClr val="053242"/>
      </a:accent1>
      <a:accent2>
        <a:srgbClr val="0B6280"/>
      </a:accent2>
      <a:accent3>
        <a:srgbClr val="54B9F1"/>
      </a:accent3>
      <a:accent4>
        <a:srgbClr val="65F1FC"/>
      </a:accent4>
      <a:accent5>
        <a:srgbClr val="B5FC7B"/>
      </a:accent5>
      <a:accent6>
        <a:srgbClr val="A1A8AE"/>
      </a:accent6>
      <a:hlink>
        <a:srgbClr val="54B9F1"/>
      </a:hlink>
      <a:folHlink>
        <a:srgbClr val="54B9F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 algn="l">
          <a:lnSpc>
            <a:spcPct val="150000"/>
          </a:lnSpc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S PPT Master Template FINAL 10_07_24 [EXT]" id="{9076CAB0-BD16-1E40-91F4-FF30B3595121}" vid="{9D6DC5A2-D55E-4B49-821F-70301142D2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7ED713FDE61B4AA959AAB33F0B05EB" ma:contentTypeVersion="22" ma:contentTypeDescription="Create a new document." ma:contentTypeScope="" ma:versionID="8684d7d98dd317e73a9e0bb32b25445f">
  <xsd:schema xmlns:xsd="http://www.w3.org/2001/XMLSchema" xmlns:xs="http://www.w3.org/2001/XMLSchema" xmlns:p="http://schemas.microsoft.com/office/2006/metadata/properties" xmlns:ns2="24a886c0-5ef3-4305-987f-8db038366749" xmlns:ns3="add2bbce-23da-4fef-9e44-84c193ec4618" targetNamespace="http://schemas.microsoft.com/office/2006/metadata/properties" ma:root="true" ma:fieldsID="810c9709eb2454bda5bed22e65ddad95" ns2:_="" ns3:_="">
    <xsd:import namespace="24a886c0-5ef3-4305-987f-8db038366749"/>
    <xsd:import namespace="add2bbce-23da-4fef-9e44-84c193ec46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DescriptionofDocument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3:TaxCatchAll" minOccurs="0"/>
                <xsd:element ref="ns2:Owner" minOccurs="0"/>
                <xsd:element ref="ns2:MediaServiceObjectDetectorVersions" minOccurs="0"/>
                <xsd:element ref="ns2:MediaServiceSearchProperties" minOccurs="0"/>
                <xsd:element ref="ns2:Imag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a886c0-5ef3-4305-987f-8db0383667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tionofDocument" ma:index="12" nillable="true" ma:displayName="Description of Document" ma:format="Dropdown" ma:internalName="DescriptionofDocument">
      <xsd:simpleType>
        <xsd:restriction base="dms:Text">
          <xsd:maxLength value="255"/>
        </xsd:restriction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f862be98-e1f2-46c8-837d-f482567549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Owner" ma:index="28" nillable="true" ma:displayName="Owner" ma:description="Owner" ma:format="Dropdown" ma:list="UserInfo" ma:SharePointGroup="0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mage" ma:index="31" nillable="true" ma:displayName="Thumbnail" ma:format="Thumbnail" ma:internalName="Image">
      <xsd:simpleType>
        <xsd:restriction base="dms:Unknown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2bbce-23da-4fef-9e44-84c193ec461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7" nillable="true" ma:displayName="Taxonomy Catch All Column" ma:hidden="true" ma:list="{895c1b8f-0c99-4361-80fe-1346e4d55422}" ma:internalName="TaxCatchAll" ma:showField="CatchAllData" ma:web="add2bbce-23da-4fef-9e44-84c193ec46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 xmlns="24a886c0-5ef3-4305-987f-8db038366749" xsi:nil="true"/>
    <lcf76f155ced4ddcb4097134ff3c332f xmlns="24a886c0-5ef3-4305-987f-8db038366749">
      <Terms xmlns="http://schemas.microsoft.com/office/infopath/2007/PartnerControls"/>
    </lcf76f155ced4ddcb4097134ff3c332f>
    <TaxCatchAll xmlns="add2bbce-23da-4fef-9e44-84c193ec4618" xsi:nil="true"/>
    <Owner xmlns="24a886c0-5ef3-4305-987f-8db038366749">
      <UserInfo>
        <DisplayName/>
        <AccountId xsi:nil="true"/>
        <AccountType/>
      </UserInfo>
    </Owner>
    <DescriptionofDocument xmlns="24a886c0-5ef3-4305-987f-8db038366749" xsi:nil="true"/>
    <_dlc_DocId xmlns="add2bbce-23da-4fef-9e44-84c193ec4618">U4JJN5WCMMRA-2102554853-48492</_dlc_DocId>
    <_dlc_DocIdUrl xmlns="add2bbce-23da-4fef-9e44-84c193ec4618">
      <Url>https://elisitycom.sharepoint.com/_layouts/15/DocIdRedir.aspx?ID=U4JJN5WCMMRA-2102554853-48492</Url>
      <Description>U4JJN5WCMMRA-2102554853-48492</Description>
    </_dlc_DocIdUrl>
  </documentManagement>
</p:properties>
</file>

<file path=customXml/itemProps1.xml><?xml version="1.0" encoding="utf-8"?>
<ds:datastoreItem xmlns:ds="http://schemas.openxmlformats.org/officeDocument/2006/customXml" ds:itemID="{2B9ECB9A-3BFC-4AFD-8B49-180A8B061D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B803BE2-0F04-4863-A249-1300564FF52E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109D963E-3921-4743-AD3E-E840E4DF10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4a886c0-5ef3-4305-987f-8db038366749"/>
    <ds:schemaRef ds:uri="add2bbce-23da-4fef-9e44-84c193ec46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5DEF267-F96C-44EA-8E3C-6E6A21B87E0E}">
  <ds:schemaRefs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24a886c0-5ef3-4305-987f-8db038366749"/>
    <ds:schemaRef ds:uri="http://schemas.microsoft.com/office/infopath/2007/PartnerControls"/>
    <ds:schemaRef ds:uri="http://schemas.openxmlformats.org/package/2006/metadata/core-properties"/>
    <ds:schemaRef ds:uri="add2bbce-23da-4fef-9e44-84c193ec46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1_Office Theme</Template>
  <TotalTime>9850</TotalTime>
  <Words>298</Words>
  <Application>Microsoft Macintosh PowerPoint</Application>
  <PresentationFormat>Widescreen</PresentationFormat>
  <Paragraphs>19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Roboto</vt:lpstr>
      <vt:lpstr>LIGHT FINAL 4</vt:lpstr>
      <vt:lpstr>This is a title slide subheader</vt:lpstr>
      <vt:lpstr>PowerPoint Presentation</vt:lpstr>
      <vt:lpstr>Slide Troubleshooting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Galgano</dc:creator>
  <cp:lastModifiedBy>Annali Wallin</cp:lastModifiedBy>
  <cp:revision>39</cp:revision>
  <dcterms:created xsi:type="dcterms:W3CDTF">2024-11-05T17:39:28Z</dcterms:created>
  <dcterms:modified xsi:type="dcterms:W3CDTF">2025-09-30T20:58:25Z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0x010100A17ED713FDE61B4AA959AAB33F0B05EB</vt:lpwstr>
  </property>
  <property fmtid="{D5CDD505-2E9C-101B-9397-08002B2CF9AE}" pid="3" name="_dlc_DocIdItemGuid">
    <vt:lpwstr>4fbea531-a3c7-43f2-9f38-53aae22c4879</vt:lpwstr>
  </property>
  <property fmtid="{D5CDD505-2E9C-101B-9397-08002B2CF9AE}" pid="4" name="MediaServiceImageTags">
    <vt:lpwstr/>
  </property>
</Properties>
</file>